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9144000" cy="6858000" type="screen4x3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1" d="100"/>
          <a:sy n="31" d="100"/>
        </p:scale>
        <p:origin x="1349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Faça clique para editar o estilo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B7FE-82AD-429B-8078-4645738FCD06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83B9-9064-49EF-ADAC-48AA0BADFE59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B7FE-82AD-429B-8078-4645738FCD06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83B9-9064-49EF-ADAC-48AA0BADFE59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B7FE-82AD-429B-8078-4645738FCD06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83B9-9064-49EF-ADAC-48AA0BADFE59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B7FE-82AD-429B-8078-4645738FCD06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83B9-9064-49EF-ADAC-48AA0BADFE59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B7FE-82AD-429B-8078-4645738FCD06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83B9-9064-49EF-ADAC-48AA0BADFE59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B7FE-82AD-429B-8078-4645738FCD06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83B9-9064-49EF-ADAC-48AA0BADFE59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B7FE-82AD-429B-8078-4645738FCD06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83B9-9064-49EF-ADAC-48AA0BADFE59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B7FE-82AD-429B-8078-4645738FCD06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83B9-9064-49EF-ADAC-48AA0BADFE59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B7FE-82AD-429B-8078-4645738FCD06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83B9-9064-49EF-ADAC-48AA0BADFE59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B7FE-82AD-429B-8078-4645738FCD06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83B9-9064-49EF-ADAC-48AA0BADFE59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B7FE-82AD-429B-8078-4645738FCD06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83B9-9064-49EF-ADAC-48AA0BADFE59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8B7FE-82AD-429B-8078-4645738FCD06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983B9-9064-49EF-ADAC-48AA0BADFE59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Algumas classes úteis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API  </a:t>
            </a:r>
            <a:r>
              <a:rPr lang="en-US"/>
              <a:t>do JAVA1.8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GregorianCalendar</a:t>
            </a:r>
            <a:r>
              <a:rPr lang="en-US" dirty="0"/>
              <a:t> - 1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251520" y="1600200"/>
            <a:ext cx="8686800" cy="4925144"/>
          </a:xfrm>
        </p:spPr>
        <p:txBody>
          <a:bodyPr>
            <a:normAutofit fontScale="92500" lnSpcReduction="10000"/>
          </a:bodyPr>
          <a:lstStyle/>
          <a:p>
            <a:r>
              <a:rPr lang="pt-PT" dirty="0"/>
              <a:t>Classe Java para representar datas. Conjuntamente com </a:t>
            </a:r>
            <a:r>
              <a:rPr lang="pt-PT" b="1" dirty="0"/>
              <a:t>Calendar</a:t>
            </a:r>
          </a:p>
          <a:p>
            <a:r>
              <a:rPr lang="pt-PT" dirty="0"/>
              <a:t>Ver API do Java1.8</a:t>
            </a:r>
          </a:p>
          <a:p>
            <a:r>
              <a:rPr lang="pt-PT" dirty="0"/>
              <a:t>Criação:</a:t>
            </a:r>
          </a:p>
          <a:p>
            <a:r>
              <a:rPr lang="pt-PT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java.util.Calendar</a:t>
            </a:r>
            <a:r>
              <a:rPr lang="pt-P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PT" sz="2600" dirty="0">
                <a:cs typeface="Times New Roman" panose="02020603050405020304" pitchFamily="18" charset="0"/>
              </a:rPr>
              <a:t>e</a:t>
            </a:r>
            <a:r>
              <a:rPr lang="pt-P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PT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java.util.GregorianCalendar</a:t>
            </a:r>
            <a:r>
              <a:rPr lang="pt-P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 </a:t>
            </a:r>
            <a:r>
              <a:rPr lang="pt-PT" sz="2600" dirty="0">
                <a:cs typeface="Times New Roman" panose="02020603050405020304" pitchFamily="18" charset="0"/>
              </a:rPr>
              <a:t>classes úteis para datas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Calendar now =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Calendar.get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Instance(); // </a:t>
            </a:r>
            <a:r>
              <a:rPr lang="en-US" sz="2600" dirty="0" err="1">
                <a:cs typeface="Times New Roman" panose="02020603050405020304" pitchFamily="18" charset="0"/>
              </a:rPr>
              <a:t>instante</a:t>
            </a:r>
            <a:r>
              <a:rPr lang="en-US" sz="2600" dirty="0">
                <a:cs typeface="Times New Roman" panose="02020603050405020304" pitchFamily="18" charset="0"/>
              </a:rPr>
              <a:t> actual no </a:t>
            </a:r>
            <a:r>
              <a:rPr lang="en-US" sz="2600" dirty="0" err="1">
                <a:cs typeface="Times New Roman" panose="02020603050405020304" pitchFamily="18" charset="0"/>
              </a:rPr>
              <a:t>sistema</a:t>
            </a:r>
            <a:endParaRPr lang="en-US" sz="2600" dirty="0">
              <a:cs typeface="Times New Roman" panose="02020603050405020304" pitchFamily="18" charset="0"/>
            </a:endParaRPr>
          </a:p>
          <a:p>
            <a:r>
              <a:rPr lang="pt-PT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GregorianCalendar</a:t>
            </a:r>
            <a:r>
              <a:rPr lang="pt-P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agora = </a:t>
            </a:r>
            <a:r>
              <a:rPr lang="pt-PT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P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GregorianCalendar</a:t>
            </a:r>
            <a:r>
              <a:rPr lang="pt-P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// idem</a:t>
            </a:r>
          </a:p>
          <a:p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GregorianCalendar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inicio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GregorianCalendar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(2022,Calendar.OCTOBER, 24, 11, 15); // define a data 24/10/2022 das 11h15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US" dirty="0" err="1"/>
              <a:t>GregorianCalendar</a:t>
            </a:r>
            <a:r>
              <a:rPr lang="en-US" dirty="0"/>
              <a:t> - 2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144016" y="908720"/>
            <a:ext cx="8964488" cy="5904656"/>
          </a:xfrm>
        </p:spPr>
        <p:txBody>
          <a:bodyPr>
            <a:noAutofit/>
          </a:bodyPr>
          <a:lstStyle/>
          <a:p>
            <a:endParaRPr lang="en-US" sz="2400" b="1" dirty="0"/>
          </a:p>
          <a:p>
            <a:r>
              <a:rPr lang="pt-PT" sz="2400" dirty="0">
                <a:latin typeface="Arial" pitchFamily="34" charset="0"/>
                <a:cs typeface="Arial" pitchFamily="34" charset="0"/>
              </a:rPr>
              <a:t>// tempo decorrido desde o início da ERA até à data e hora </a:t>
            </a:r>
            <a:r>
              <a:rPr lang="pt-PT" sz="2400" dirty="0" err="1">
                <a:latin typeface="Arial" pitchFamily="34" charset="0"/>
                <a:cs typeface="Arial" pitchFamily="34" charset="0"/>
              </a:rPr>
              <a:t>actuais</a:t>
            </a:r>
            <a:r>
              <a:rPr lang="pt-PT" sz="2400" dirty="0">
                <a:latin typeface="Arial" pitchFamily="34" charset="0"/>
                <a:cs typeface="Arial" pitchFamily="34" charset="0"/>
              </a:rPr>
              <a:t> em </a:t>
            </a:r>
            <a:r>
              <a:rPr lang="pt-PT" sz="2400" dirty="0" err="1">
                <a:latin typeface="Arial" pitchFamily="34" charset="0"/>
                <a:cs typeface="Arial" pitchFamily="34" charset="0"/>
              </a:rPr>
              <a:t>ms</a:t>
            </a:r>
            <a:endParaRPr lang="pt-PT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agora.getTimeInMillis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pt-PT" sz="2400" dirty="0">
                <a:latin typeface="Arial" pitchFamily="34" charset="0"/>
                <a:cs typeface="Arial" pitchFamily="34" charset="0"/>
              </a:rPr>
              <a:t>// diferença entre duas datas (agora e inicio) em número de dias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dif_milis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agora.getTimeInMillis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inicio.getTimeInMillis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dif_milis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/(24*60*60*1000) ;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pt-PT" sz="2400" dirty="0">
                <a:latin typeface="Arial" pitchFamily="34" charset="0"/>
                <a:cs typeface="Arial" pitchFamily="34" charset="0"/>
              </a:rPr>
              <a:t>// escrever a hora </a:t>
            </a:r>
            <a:r>
              <a:rPr lang="pt-PT" sz="2400" dirty="0" err="1">
                <a:latin typeface="Arial" pitchFamily="34" charset="0"/>
                <a:cs typeface="Arial" pitchFamily="34" charset="0"/>
              </a:rPr>
              <a:t>actual</a:t>
            </a:r>
            <a:r>
              <a:rPr lang="pt-PT" sz="2400" dirty="0">
                <a:latin typeface="Arial" pitchFamily="34" charset="0"/>
                <a:cs typeface="Arial" pitchFamily="34" charset="0"/>
              </a:rPr>
              <a:t> e escrever a data </a:t>
            </a:r>
            <a:r>
              <a:rPr lang="pt-PT" sz="2400" dirty="0" err="1">
                <a:latin typeface="Arial" pitchFamily="34" charset="0"/>
                <a:cs typeface="Arial" pitchFamily="34" charset="0"/>
              </a:rPr>
              <a:t>actual</a:t>
            </a:r>
            <a:endParaRPr lang="pt-PT" sz="2400" dirty="0">
              <a:latin typeface="Arial" pitchFamily="34" charset="0"/>
              <a:cs typeface="Arial" pitchFamily="34" charset="0"/>
            </a:endParaRPr>
          </a:p>
          <a:p>
            <a:r>
              <a:rPr lang="pt-P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(“Hora=” + </a:t>
            </a:r>
            <a:r>
              <a:rPr lang="pt-P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agora.get</a:t>
            </a: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Calendar.HOUR</a:t>
            </a: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”:” + </a:t>
            </a:r>
            <a:r>
              <a:rPr lang="pt-P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agora.get</a:t>
            </a: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Calendar.MINUTE</a:t>
            </a: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”:” + </a:t>
            </a:r>
            <a:r>
              <a:rPr lang="pt-P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agora.get</a:t>
            </a: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Calendar.SECOND</a:t>
            </a: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)); // 12:23:35</a:t>
            </a:r>
          </a:p>
          <a:p>
            <a:r>
              <a:rPr lang="pt-P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(“Data=” +  </a:t>
            </a:r>
            <a:r>
              <a:rPr lang="pt-P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agora.get</a:t>
            </a: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Calendar.DAY_OF_MONTH</a:t>
            </a: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”/” + </a:t>
            </a:r>
            <a:r>
              <a:rPr lang="pt-P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agora.get</a:t>
            </a: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Calendar.MONTH</a:t>
            </a: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”/” + </a:t>
            </a:r>
            <a:r>
              <a:rPr lang="pt-P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agora.get</a:t>
            </a: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Calendar.YEAR</a:t>
            </a:r>
            <a:r>
              <a:rPr lang="pt-P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)); // 2005/03/21</a:t>
            </a:r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pt-PT" dirty="0"/>
              <a:t>Calcular “distância” entre datas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205680" y="1080120"/>
            <a:ext cx="8686800" cy="566124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String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difDatas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GregorianCalendar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GregorianCalendar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inicio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totalmilis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fim.getTimeInMillis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inicio.getTimeInMillis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totalmilis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 1000;</a:t>
            </a:r>
          </a:p>
          <a:p>
            <a:pPr>
              <a:buNone/>
            </a:pPr>
            <a:r>
              <a:rPr lang="nb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long totalseg = totalmilis / 1000; long seg = totalseg % 60;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totalmin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totalseg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60;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totalmin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 60;</a:t>
            </a:r>
          </a:p>
          <a:p>
            <a:pPr>
              <a:buNone/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P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totalhoras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P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totalmin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60; </a:t>
            </a:r>
            <a:r>
              <a:rPr lang="pt-P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horas = </a:t>
            </a:r>
            <a:r>
              <a:rPr lang="pt-P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totalhoras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 60;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totaldias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totalhoras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24;</a:t>
            </a:r>
          </a:p>
          <a:p>
            <a:pPr>
              <a:buNone/>
            </a:pPr>
            <a:endParaRPr lang="pt-P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P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totaldias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" dias, " + horas +" horas, "+ min+ " minutos e "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"," 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"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segundos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.";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US" dirty="0" err="1"/>
              <a:t>Uso</a:t>
            </a:r>
            <a:r>
              <a:rPr lang="en-US" dirty="0"/>
              <a:t> de Scanner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179512" y="1196752"/>
            <a:ext cx="8686800" cy="54006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java.util.Scanner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MaxInt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public static void main(String[]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Scanner input = new Scanner(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System.in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//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via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teclado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sv-SE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int valor; int maior = Integer.MIN_VALUE;</a:t>
            </a:r>
          </a:p>
          <a:p>
            <a:pPr>
              <a:buNone/>
            </a:pPr>
            <a:r>
              <a:rPr lang="nn-NO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for(int i = 1; i &lt;= 10; i++) </a:t>
            </a:r>
          </a:p>
          <a:p>
            <a:pPr>
              <a:buNone/>
            </a:pPr>
            <a:r>
              <a:rPr lang="nn-NO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{  </a:t>
            </a:r>
          </a:p>
          <a:p>
            <a:pPr>
              <a:buNone/>
            </a:pPr>
            <a:r>
              <a:rPr lang="nn-NO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Inteiro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 +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" : ");</a:t>
            </a:r>
          </a:p>
          <a:p>
            <a:pPr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valor =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input.nextInt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>
              <a:buNone/>
            </a:pPr>
            <a:r>
              <a:rPr lang="pt-PT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pt-PT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PT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(valor &gt; maior) maior = valor;</a:t>
            </a:r>
          </a:p>
          <a:p>
            <a:pPr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pPr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Maior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inteiro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" +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maior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494</Words>
  <Application>Microsoft Office PowerPoint</Application>
  <PresentationFormat>Apresentação no Ecrã (4:3)</PresentationFormat>
  <Paragraphs>51</Paragraphs>
  <Slides>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Tema do Office</vt:lpstr>
      <vt:lpstr>Algumas classes úteis</vt:lpstr>
      <vt:lpstr>GregorianCalendar - 1</vt:lpstr>
      <vt:lpstr>GregorianCalendar - 2</vt:lpstr>
      <vt:lpstr>Calcular “distância” entre datas</vt:lpstr>
      <vt:lpstr>Uso de Scanner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Algumas classes úteis</dc:title>
  <dc:creator>pja</dc:creator>
  <cp:lastModifiedBy>Luís Pedro Cerqueira Baptista</cp:lastModifiedBy>
  <cp:revision>28</cp:revision>
  <dcterms:created xsi:type="dcterms:W3CDTF">2014-10-15T23:25:33Z</dcterms:created>
  <dcterms:modified xsi:type="dcterms:W3CDTF">2025-07-19T19:54:21Z</dcterms:modified>
</cp:coreProperties>
</file>