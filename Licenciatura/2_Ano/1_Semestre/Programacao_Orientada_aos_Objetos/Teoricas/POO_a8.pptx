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5" r:id="rId7"/>
    <p:sldId id="261" r:id="rId8"/>
    <p:sldId id="264" r:id="rId9"/>
    <p:sldId id="262" r:id="rId10"/>
    <p:sldId id="263" r:id="rId11"/>
    <p:sldId id="266" r:id="rId12"/>
    <p:sldId id="267" r:id="rId13"/>
    <p:sldId id="273" r:id="rId14"/>
    <p:sldId id="268" r:id="rId15"/>
    <p:sldId id="269" r:id="rId16"/>
    <p:sldId id="270" r:id="rId17"/>
    <p:sldId id="271" r:id="rId18"/>
    <p:sldId id="272" r:id="rId19"/>
  </p:sldIdLst>
  <p:sldSz cx="9144000" cy="6858000" type="screen4x3"/>
  <p:notesSz cx="6858000" cy="9144000"/>
  <p:defaultTextStyle>
    <a:defPPr>
      <a:defRPr lang="pt-PT"/>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62" autoAdjust="0"/>
    <p:restoredTop sz="94627" autoAdjust="0"/>
  </p:normalViewPr>
  <p:slideViewPr>
    <p:cSldViewPr>
      <p:cViewPr varScale="1">
        <p:scale>
          <a:sx n="84" d="100"/>
          <a:sy n="84" d="100"/>
        </p:scale>
        <p:origin x="157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BD1AE57-9DD1-4A57-B26F-8793DB6ADB5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PT"/>
          </a:p>
        </p:txBody>
      </p:sp>
      <p:sp>
        <p:nvSpPr>
          <p:cNvPr id="4099" name="Rectangle 3">
            <a:extLst>
              <a:ext uri="{FF2B5EF4-FFF2-40B4-BE49-F238E27FC236}">
                <a16:creationId xmlns:a16="http://schemas.microsoft.com/office/drawing/2014/main" id="{D5ED1504-C358-4492-AC27-CAC7FB784EC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PT"/>
          </a:p>
        </p:txBody>
      </p:sp>
      <p:sp>
        <p:nvSpPr>
          <p:cNvPr id="2052" name="Rectangle 4">
            <a:extLst>
              <a:ext uri="{FF2B5EF4-FFF2-40B4-BE49-F238E27FC236}">
                <a16:creationId xmlns:a16="http://schemas.microsoft.com/office/drawing/2014/main" id="{15112F9E-F61F-49B0-9562-1F1399ADBC6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9BE452EB-25BB-440D-ADED-49499DF6FAA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PT" noProof="0"/>
              <a:t>Click to edit Master text styles</a:t>
            </a:r>
          </a:p>
          <a:p>
            <a:pPr lvl="1"/>
            <a:r>
              <a:rPr lang="pt-PT" noProof="0"/>
              <a:t>Second level</a:t>
            </a:r>
          </a:p>
          <a:p>
            <a:pPr lvl="2"/>
            <a:r>
              <a:rPr lang="pt-PT" noProof="0"/>
              <a:t>Third level</a:t>
            </a:r>
          </a:p>
          <a:p>
            <a:pPr lvl="3"/>
            <a:r>
              <a:rPr lang="pt-PT" noProof="0"/>
              <a:t>Fourth level</a:t>
            </a:r>
          </a:p>
          <a:p>
            <a:pPr lvl="4"/>
            <a:r>
              <a:rPr lang="pt-PT" noProof="0"/>
              <a:t>Fifth level</a:t>
            </a:r>
          </a:p>
        </p:txBody>
      </p:sp>
      <p:sp>
        <p:nvSpPr>
          <p:cNvPr id="4102" name="Rectangle 6">
            <a:extLst>
              <a:ext uri="{FF2B5EF4-FFF2-40B4-BE49-F238E27FC236}">
                <a16:creationId xmlns:a16="http://schemas.microsoft.com/office/drawing/2014/main" id="{A8A485D5-17F2-4730-AA16-36084E11401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PT"/>
          </a:p>
        </p:txBody>
      </p:sp>
      <p:sp>
        <p:nvSpPr>
          <p:cNvPr id="4103" name="Rectangle 7">
            <a:extLst>
              <a:ext uri="{FF2B5EF4-FFF2-40B4-BE49-F238E27FC236}">
                <a16:creationId xmlns:a16="http://schemas.microsoft.com/office/drawing/2014/main" id="{18A8805A-B031-4989-B0D7-1F5FDAF8C3D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950DEBBA-FFCF-4BB9-8FE6-5C11236F78CA}" type="slidenum">
              <a:rPr lang="pt-PT" altLang="en-US"/>
              <a:pPr>
                <a:defRPr/>
              </a:pPr>
              <a:t>‹nº›</a:t>
            </a:fld>
            <a:endParaRPr lang="pt-P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pt-PT"/>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pt-PT"/>
          </a:p>
        </p:txBody>
      </p:sp>
      <p:sp>
        <p:nvSpPr>
          <p:cNvPr id="4" name="Rectangle 4">
            <a:extLst>
              <a:ext uri="{FF2B5EF4-FFF2-40B4-BE49-F238E27FC236}">
                <a16:creationId xmlns:a16="http://schemas.microsoft.com/office/drawing/2014/main" id="{79F4C199-9C12-4B63-998D-7B01DD80BDA5}"/>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363C88AE-B996-4633-B0BC-948488049214}"/>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D6E0F0C9-9831-42F8-96E4-87E477C6E042}"/>
              </a:ext>
            </a:extLst>
          </p:cNvPr>
          <p:cNvSpPr>
            <a:spLocks noGrp="1" noChangeArrowheads="1"/>
          </p:cNvSpPr>
          <p:nvPr>
            <p:ph type="sldNum" sz="quarter" idx="12"/>
          </p:nvPr>
        </p:nvSpPr>
        <p:spPr>
          <a:ln/>
        </p:spPr>
        <p:txBody>
          <a:bodyPr/>
          <a:lstStyle>
            <a:lvl1pPr>
              <a:defRPr/>
            </a:lvl1pPr>
          </a:lstStyle>
          <a:p>
            <a:pPr>
              <a:defRPr/>
            </a:pPr>
            <a:fld id="{3B192D04-CF47-4B68-BAEA-87267E7CEC0C}" type="slidenum">
              <a:rPr lang="pt-PT" altLang="en-US"/>
              <a:pPr>
                <a:defRPr/>
              </a:pPr>
              <a:t>‹nº›</a:t>
            </a:fld>
            <a:endParaRPr lang="pt-PT" altLang="en-US"/>
          </a:p>
        </p:txBody>
      </p:sp>
    </p:spTree>
    <p:extLst>
      <p:ext uri="{BB962C8B-B14F-4D97-AF65-F5344CB8AC3E}">
        <p14:creationId xmlns:p14="http://schemas.microsoft.com/office/powerpoint/2010/main" val="9936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2918ACE1-1A8D-4789-9EE1-70F6733DCBAF}"/>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6166F598-0525-47CB-8F88-4A6207759CD8}"/>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97BB8B17-28E2-4491-80C8-E94B4CE54C3B}"/>
              </a:ext>
            </a:extLst>
          </p:cNvPr>
          <p:cNvSpPr>
            <a:spLocks noGrp="1" noChangeArrowheads="1"/>
          </p:cNvSpPr>
          <p:nvPr>
            <p:ph type="sldNum" sz="quarter" idx="12"/>
          </p:nvPr>
        </p:nvSpPr>
        <p:spPr>
          <a:ln/>
        </p:spPr>
        <p:txBody>
          <a:bodyPr/>
          <a:lstStyle>
            <a:lvl1pPr>
              <a:defRPr/>
            </a:lvl1pPr>
          </a:lstStyle>
          <a:p>
            <a:pPr>
              <a:defRPr/>
            </a:pPr>
            <a:fld id="{1B264B14-3D66-4564-908E-CD95C89BF218}" type="slidenum">
              <a:rPr lang="pt-PT" altLang="en-US"/>
              <a:pPr>
                <a:defRPr/>
              </a:pPr>
              <a:t>‹nº›</a:t>
            </a:fld>
            <a:endParaRPr lang="pt-PT" altLang="en-US"/>
          </a:p>
        </p:txBody>
      </p:sp>
    </p:spTree>
    <p:extLst>
      <p:ext uri="{BB962C8B-B14F-4D97-AF65-F5344CB8AC3E}">
        <p14:creationId xmlns:p14="http://schemas.microsoft.com/office/powerpoint/2010/main" val="3521745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pt-PT"/>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BBC49E4-9FF3-4217-890F-66074258A2DF}"/>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5CF20F42-554B-41BA-89CC-F9481FA48404}"/>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71C495DD-1E91-476A-9E16-B1499720471B}"/>
              </a:ext>
            </a:extLst>
          </p:cNvPr>
          <p:cNvSpPr>
            <a:spLocks noGrp="1" noChangeArrowheads="1"/>
          </p:cNvSpPr>
          <p:nvPr>
            <p:ph type="sldNum" sz="quarter" idx="12"/>
          </p:nvPr>
        </p:nvSpPr>
        <p:spPr>
          <a:ln/>
        </p:spPr>
        <p:txBody>
          <a:bodyPr/>
          <a:lstStyle>
            <a:lvl1pPr>
              <a:defRPr/>
            </a:lvl1pPr>
          </a:lstStyle>
          <a:p>
            <a:pPr>
              <a:defRPr/>
            </a:pPr>
            <a:fld id="{DA44FDE9-59BE-4D4B-9960-2A81B1E9680B}" type="slidenum">
              <a:rPr lang="pt-PT" altLang="en-US"/>
              <a:pPr>
                <a:defRPr/>
              </a:pPr>
              <a:t>‹nº›</a:t>
            </a:fld>
            <a:endParaRPr lang="pt-PT" altLang="en-US"/>
          </a:p>
        </p:txBody>
      </p:sp>
    </p:spTree>
    <p:extLst>
      <p:ext uri="{BB962C8B-B14F-4D97-AF65-F5344CB8AC3E}">
        <p14:creationId xmlns:p14="http://schemas.microsoft.com/office/powerpoint/2010/main" val="352467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Rectangle 4">
            <a:extLst>
              <a:ext uri="{FF2B5EF4-FFF2-40B4-BE49-F238E27FC236}">
                <a16:creationId xmlns:a16="http://schemas.microsoft.com/office/drawing/2014/main" id="{14F62081-D94A-494A-80DC-52F6822D5C82}"/>
              </a:ext>
            </a:extLst>
          </p:cNvPr>
          <p:cNvSpPr>
            <a:spLocks noGrp="1" noChangeArrowheads="1"/>
          </p:cNvSpPr>
          <p:nvPr>
            <p:ph type="dt" sz="half" idx="10"/>
          </p:nvPr>
        </p:nvSpPr>
        <p:spPr>
          <a:ln/>
        </p:spPr>
        <p:txBody>
          <a:bodyPr/>
          <a:lstStyle>
            <a:lvl1pPr>
              <a:defRPr/>
            </a:lvl1pPr>
          </a:lstStyle>
          <a:p>
            <a:pPr>
              <a:defRPr/>
            </a:pPr>
            <a:endParaRPr lang="pt-PT"/>
          </a:p>
        </p:txBody>
      </p:sp>
      <p:sp>
        <p:nvSpPr>
          <p:cNvPr id="6" name="Rectangle 5">
            <a:extLst>
              <a:ext uri="{FF2B5EF4-FFF2-40B4-BE49-F238E27FC236}">
                <a16:creationId xmlns:a16="http://schemas.microsoft.com/office/drawing/2014/main" id="{6126964B-50BA-4BFC-898F-4DB56C0307B0}"/>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7" name="Rectangle 6">
            <a:extLst>
              <a:ext uri="{FF2B5EF4-FFF2-40B4-BE49-F238E27FC236}">
                <a16:creationId xmlns:a16="http://schemas.microsoft.com/office/drawing/2014/main" id="{53A08DB8-C98C-4EDB-A732-A2833AC2A606}"/>
              </a:ext>
            </a:extLst>
          </p:cNvPr>
          <p:cNvSpPr>
            <a:spLocks noGrp="1" noChangeArrowheads="1"/>
          </p:cNvSpPr>
          <p:nvPr>
            <p:ph type="sldNum" sz="quarter" idx="12"/>
          </p:nvPr>
        </p:nvSpPr>
        <p:spPr>
          <a:ln/>
        </p:spPr>
        <p:txBody>
          <a:bodyPr/>
          <a:lstStyle>
            <a:lvl1pPr>
              <a:defRPr/>
            </a:lvl1pPr>
          </a:lstStyle>
          <a:p>
            <a:pPr>
              <a:defRPr/>
            </a:pPr>
            <a:fld id="{9A8D3354-807C-4003-B3D5-DFF4E59058C7}" type="slidenum">
              <a:rPr lang="pt-PT" altLang="en-US"/>
              <a:pPr>
                <a:defRPr/>
              </a:pPr>
              <a:t>‹nº›</a:t>
            </a:fld>
            <a:endParaRPr lang="pt-PT" altLang="en-US"/>
          </a:p>
        </p:txBody>
      </p:sp>
    </p:spTree>
    <p:extLst>
      <p:ext uri="{BB962C8B-B14F-4D97-AF65-F5344CB8AC3E}">
        <p14:creationId xmlns:p14="http://schemas.microsoft.com/office/powerpoint/2010/main" val="4104598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pt-PT"/>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Rectangle 4">
            <a:extLst>
              <a:ext uri="{FF2B5EF4-FFF2-40B4-BE49-F238E27FC236}">
                <a16:creationId xmlns:a16="http://schemas.microsoft.com/office/drawing/2014/main" id="{C15B1242-50C4-4784-9BD0-73A01D27C6FB}"/>
              </a:ext>
            </a:extLst>
          </p:cNvPr>
          <p:cNvSpPr>
            <a:spLocks noGrp="1" noChangeArrowheads="1"/>
          </p:cNvSpPr>
          <p:nvPr>
            <p:ph type="dt" sz="half" idx="10"/>
          </p:nvPr>
        </p:nvSpPr>
        <p:spPr>
          <a:ln/>
        </p:spPr>
        <p:txBody>
          <a:bodyPr/>
          <a:lstStyle>
            <a:lvl1pPr>
              <a:defRPr/>
            </a:lvl1pPr>
          </a:lstStyle>
          <a:p>
            <a:pPr>
              <a:defRPr/>
            </a:pPr>
            <a:endParaRPr lang="pt-PT"/>
          </a:p>
        </p:txBody>
      </p:sp>
      <p:sp>
        <p:nvSpPr>
          <p:cNvPr id="8" name="Rectangle 5">
            <a:extLst>
              <a:ext uri="{FF2B5EF4-FFF2-40B4-BE49-F238E27FC236}">
                <a16:creationId xmlns:a16="http://schemas.microsoft.com/office/drawing/2014/main" id="{52769916-C49F-4DAB-954A-7062B7B652FE}"/>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9" name="Rectangle 6">
            <a:extLst>
              <a:ext uri="{FF2B5EF4-FFF2-40B4-BE49-F238E27FC236}">
                <a16:creationId xmlns:a16="http://schemas.microsoft.com/office/drawing/2014/main" id="{EB19CC74-9C6A-4CA4-B75B-D7A25C2FBFA3}"/>
              </a:ext>
            </a:extLst>
          </p:cNvPr>
          <p:cNvSpPr>
            <a:spLocks noGrp="1" noChangeArrowheads="1"/>
          </p:cNvSpPr>
          <p:nvPr>
            <p:ph type="sldNum" sz="quarter" idx="12"/>
          </p:nvPr>
        </p:nvSpPr>
        <p:spPr>
          <a:ln/>
        </p:spPr>
        <p:txBody>
          <a:bodyPr/>
          <a:lstStyle>
            <a:lvl1pPr>
              <a:defRPr/>
            </a:lvl1pPr>
          </a:lstStyle>
          <a:p>
            <a:pPr>
              <a:defRPr/>
            </a:pPr>
            <a:fld id="{9E84F391-A7CE-4EF4-8482-4A720EAF1E92}" type="slidenum">
              <a:rPr lang="pt-PT" altLang="en-US"/>
              <a:pPr>
                <a:defRPr/>
              </a:pPr>
              <a:t>‹nº›</a:t>
            </a:fld>
            <a:endParaRPr lang="pt-PT" altLang="en-US"/>
          </a:p>
        </p:txBody>
      </p:sp>
    </p:spTree>
    <p:extLst>
      <p:ext uri="{BB962C8B-B14F-4D97-AF65-F5344CB8AC3E}">
        <p14:creationId xmlns:p14="http://schemas.microsoft.com/office/powerpoint/2010/main" val="1246333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Rectangle 4">
            <a:extLst>
              <a:ext uri="{FF2B5EF4-FFF2-40B4-BE49-F238E27FC236}">
                <a16:creationId xmlns:a16="http://schemas.microsoft.com/office/drawing/2014/main" id="{447FDBBF-CC91-4160-9111-59273B607A12}"/>
              </a:ext>
            </a:extLst>
          </p:cNvPr>
          <p:cNvSpPr>
            <a:spLocks noGrp="1" noChangeArrowheads="1"/>
          </p:cNvSpPr>
          <p:nvPr>
            <p:ph type="dt" sz="half" idx="10"/>
          </p:nvPr>
        </p:nvSpPr>
        <p:spPr>
          <a:ln/>
        </p:spPr>
        <p:txBody>
          <a:bodyPr/>
          <a:lstStyle>
            <a:lvl1pPr>
              <a:defRPr/>
            </a:lvl1pPr>
          </a:lstStyle>
          <a:p>
            <a:pPr>
              <a:defRPr/>
            </a:pPr>
            <a:endParaRPr lang="pt-PT"/>
          </a:p>
        </p:txBody>
      </p:sp>
      <p:sp>
        <p:nvSpPr>
          <p:cNvPr id="4" name="Rectangle 5">
            <a:extLst>
              <a:ext uri="{FF2B5EF4-FFF2-40B4-BE49-F238E27FC236}">
                <a16:creationId xmlns:a16="http://schemas.microsoft.com/office/drawing/2014/main" id="{FBC18FDC-28C1-4A74-8A54-52D1F527AE93}"/>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5" name="Rectangle 6">
            <a:extLst>
              <a:ext uri="{FF2B5EF4-FFF2-40B4-BE49-F238E27FC236}">
                <a16:creationId xmlns:a16="http://schemas.microsoft.com/office/drawing/2014/main" id="{6F9AAD26-716B-4C0E-B4FA-B9CC2F8F12EF}"/>
              </a:ext>
            </a:extLst>
          </p:cNvPr>
          <p:cNvSpPr>
            <a:spLocks noGrp="1" noChangeArrowheads="1"/>
          </p:cNvSpPr>
          <p:nvPr>
            <p:ph type="sldNum" sz="quarter" idx="12"/>
          </p:nvPr>
        </p:nvSpPr>
        <p:spPr>
          <a:ln/>
        </p:spPr>
        <p:txBody>
          <a:bodyPr/>
          <a:lstStyle>
            <a:lvl1pPr>
              <a:defRPr/>
            </a:lvl1pPr>
          </a:lstStyle>
          <a:p>
            <a:pPr>
              <a:defRPr/>
            </a:pPr>
            <a:fld id="{25C087F5-15B8-44D7-B3AD-4012B7B29F38}" type="slidenum">
              <a:rPr lang="pt-PT" altLang="en-US"/>
              <a:pPr>
                <a:defRPr/>
              </a:pPr>
              <a:t>‹nº›</a:t>
            </a:fld>
            <a:endParaRPr lang="pt-PT" altLang="en-US"/>
          </a:p>
        </p:txBody>
      </p:sp>
    </p:spTree>
    <p:extLst>
      <p:ext uri="{BB962C8B-B14F-4D97-AF65-F5344CB8AC3E}">
        <p14:creationId xmlns:p14="http://schemas.microsoft.com/office/powerpoint/2010/main" val="1632171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15DC537-58A5-436F-B38F-3959685D56FA}"/>
              </a:ext>
            </a:extLst>
          </p:cNvPr>
          <p:cNvSpPr>
            <a:spLocks noGrp="1" noChangeArrowheads="1"/>
          </p:cNvSpPr>
          <p:nvPr>
            <p:ph type="dt" sz="half" idx="10"/>
          </p:nvPr>
        </p:nvSpPr>
        <p:spPr>
          <a:ln/>
        </p:spPr>
        <p:txBody>
          <a:bodyPr/>
          <a:lstStyle>
            <a:lvl1pPr>
              <a:defRPr/>
            </a:lvl1pPr>
          </a:lstStyle>
          <a:p>
            <a:pPr>
              <a:defRPr/>
            </a:pPr>
            <a:endParaRPr lang="pt-PT"/>
          </a:p>
        </p:txBody>
      </p:sp>
      <p:sp>
        <p:nvSpPr>
          <p:cNvPr id="3" name="Rectangle 5">
            <a:extLst>
              <a:ext uri="{FF2B5EF4-FFF2-40B4-BE49-F238E27FC236}">
                <a16:creationId xmlns:a16="http://schemas.microsoft.com/office/drawing/2014/main" id="{11E81740-EE22-4C80-A37B-55712A669E6A}"/>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4" name="Rectangle 6">
            <a:extLst>
              <a:ext uri="{FF2B5EF4-FFF2-40B4-BE49-F238E27FC236}">
                <a16:creationId xmlns:a16="http://schemas.microsoft.com/office/drawing/2014/main" id="{B82E2EB9-3D27-495D-8C40-77FF6BAD7F12}"/>
              </a:ext>
            </a:extLst>
          </p:cNvPr>
          <p:cNvSpPr>
            <a:spLocks noGrp="1" noChangeArrowheads="1"/>
          </p:cNvSpPr>
          <p:nvPr>
            <p:ph type="sldNum" sz="quarter" idx="12"/>
          </p:nvPr>
        </p:nvSpPr>
        <p:spPr>
          <a:ln/>
        </p:spPr>
        <p:txBody>
          <a:bodyPr/>
          <a:lstStyle>
            <a:lvl1pPr>
              <a:defRPr/>
            </a:lvl1pPr>
          </a:lstStyle>
          <a:p>
            <a:pPr>
              <a:defRPr/>
            </a:pPr>
            <a:fld id="{FBCD79AF-4B9C-4FCD-9EE4-A62F2EBC724F}" type="slidenum">
              <a:rPr lang="pt-PT" altLang="en-US"/>
              <a:pPr>
                <a:defRPr/>
              </a:pPr>
              <a:t>‹nº›</a:t>
            </a:fld>
            <a:endParaRPr lang="pt-PT" altLang="en-US"/>
          </a:p>
        </p:txBody>
      </p:sp>
    </p:spTree>
    <p:extLst>
      <p:ext uri="{BB962C8B-B14F-4D97-AF65-F5344CB8AC3E}">
        <p14:creationId xmlns:p14="http://schemas.microsoft.com/office/powerpoint/2010/main" val="100083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pt-PT"/>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AC9DA54-2004-404A-9FFF-E52120C7CE1D}"/>
              </a:ext>
            </a:extLst>
          </p:cNvPr>
          <p:cNvSpPr>
            <a:spLocks noGrp="1" noChangeArrowheads="1"/>
          </p:cNvSpPr>
          <p:nvPr>
            <p:ph type="dt" sz="half" idx="10"/>
          </p:nvPr>
        </p:nvSpPr>
        <p:spPr>
          <a:ln/>
        </p:spPr>
        <p:txBody>
          <a:bodyPr/>
          <a:lstStyle>
            <a:lvl1pPr>
              <a:defRPr/>
            </a:lvl1pPr>
          </a:lstStyle>
          <a:p>
            <a:pPr>
              <a:defRPr/>
            </a:pPr>
            <a:endParaRPr lang="pt-PT"/>
          </a:p>
        </p:txBody>
      </p:sp>
      <p:sp>
        <p:nvSpPr>
          <p:cNvPr id="6" name="Rectangle 5">
            <a:extLst>
              <a:ext uri="{FF2B5EF4-FFF2-40B4-BE49-F238E27FC236}">
                <a16:creationId xmlns:a16="http://schemas.microsoft.com/office/drawing/2014/main" id="{30462C5D-068E-4AA1-B847-0058D5F180F3}"/>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7" name="Rectangle 6">
            <a:extLst>
              <a:ext uri="{FF2B5EF4-FFF2-40B4-BE49-F238E27FC236}">
                <a16:creationId xmlns:a16="http://schemas.microsoft.com/office/drawing/2014/main" id="{75A14CD4-245C-4F9E-B4C3-A06F8E2D7BEE}"/>
              </a:ext>
            </a:extLst>
          </p:cNvPr>
          <p:cNvSpPr>
            <a:spLocks noGrp="1" noChangeArrowheads="1"/>
          </p:cNvSpPr>
          <p:nvPr>
            <p:ph type="sldNum" sz="quarter" idx="12"/>
          </p:nvPr>
        </p:nvSpPr>
        <p:spPr>
          <a:ln/>
        </p:spPr>
        <p:txBody>
          <a:bodyPr/>
          <a:lstStyle>
            <a:lvl1pPr>
              <a:defRPr/>
            </a:lvl1pPr>
          </a:lstStyle>
          <a:p>
            <a:pPr>
              <a:defRPr/>
            </a:pPr>
            <a:fld id="{FA294012-7D92-4666-A16A-2737FB4FA857}" type="slidenum">
              <a:rPr lang="pt-PT" altLang="en-US"/>
              <a:pPr>
                <a:defRPr/>
              </a:pPr>
              <a:t>‹nº›</a:t>
            </a:fld>
            <a:endParaRPr lang="pt-PT" altLang="en-US"/>
          </a:p>
        </p:txBody>
      </p:sp>
    </p:spTree>
    <p:extLst>
      <p:ext uri="{BB962C8B-B14F-4D97-AF65-F5344CB8AC3E}">
        <p14:creationId xmlns:p14="http://schemas.microsoft.com/office/powerpoint/2010/main" val="1853668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pt-PT"/>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PT"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47EB5A7-33A8-4DBA-940A-1694BEFC81DF}"/>
              </a:ext>
            </a:extLst>
          </p:cNvPr>
          <p:cNvSpPr>
            <a:spLocks noGrp="1" noChangeArrowheads="1"/>
          </p:cNvSpPr>
          <p:nvPr>
            <p:ph type="dt" sz="half" idx="10"/>
          </p:nvPr>
        </p:nvSpPr>
        <p:spPr>
          <a:ln/>
        </p:spPr>
        <p:txBody>
          <a:bodyPr/>
          <a:lstStyle>
            <a:lvl1pPr>
              <a:defRPr/>
            </a:lvl1pPr>
          </a:lstStyle>
          <a:p>
            <a:pPr>
              <a:defRPr/>
            </a:pPr>
            <a:endParaRPr lang="pt-PT"/>
          </a:p>
        </p:txBody>
      </p:sp>
      <p:sp>
        <p:nvSpPr>
          <p:cNvPr id="6" name="Rectangle 5">
            <a:extLst>
              <a:ext uri="{FF2B5EF4-FFF2-40B4-BE49-F238E27FC236}">
                <a16:creationId xmlns:a16="http://schemas.microsoft.com/office/drawing/2014/main" id="{2AA0FA95-6E35-47B4-8456-D07C620FDF39}"/>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7" name="Rectangle 6">
            <a:extLst>
              <a:ext uri="{FF2B5EF4-FFF2-40B4-BE49-F238E27FC236}">
                <a16:creationId xmlns:a16="http://schemas.microsoft.com/office/drawing/2014/main" id="{88BEF324-677C-42F8-A0B6-AB8AB8F21175}"/>
              </a:ext>
            </a:extLst>
          </p:cNvPr>
          <p:cNvSpPr>
            <a:spLocks noGrp="1" noChangeArrowheads="1"/>
          </p:cNvSpPr>
          <p:nvPr>
            <p:ph type="sldNum" sz="quarter" idx="12"/>
          </p:nvPr>
        </p:nvSpPr>
        <p:spPr>
          <a:ln/>
        </p:spPr>
        <p:txBody>
          <a:bodyPr/>
          <a:lstStyle>
            <a:lvl1pPr>
              <a:defRPr/>
            </a:lvl1pPr>
          </a:lstStyle>
          <a:p>
            <a:pPr>
              <a:defRPr/>
            </a:pPr>
            <a:fld id="{544D44F6-5927-44ED-BDDA-6865534C18E1}" type="slidenum">
              <a:rPr lang="pt-PT" altLang="en-US"/>
              <a:pPr>
                <a:defRPr/>
              </a:pPr>
              <a:t>‹nº›</a:t>
            </a:fld>
            <a:endParaRPr lang="pt-PT" altLang="en-US"/>
          </a:p>
        </p:txBody>
      </p:sp>
    </p:spTree>
    <p:extLst>
      <p:ext uri="{BB962C8B-B14F-4D97-AF65-F5344CB8AC3E}">
        <p14:creationId xmlns:p14="http://schemas.microsoft.com/office/powerpoint/2010/main" val="4186887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682BA72A-23F7-4B2F-BCDA-8DA0D21F919B}"/>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54799B66-93B0-4744-B796-C08C5812D740}"/>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24E9D10B-A28F-4207-8722-6950B8C966BF}"/>
              </a:ext>
            </a:extLst>
          </p:cNvPr>
          <p:cNvSpPr>
            <a:spLocks noGrp="1" noChangeArrowheads="1"/>
          </p:cNvSpPr>
          <p:nvPr>
            <p:ph type="sldNum" sz="quarter" idx="12"/>
          </p:nvPr>
        </p:nvSpPr>
        <p:spPr>
          <a:ln/>
        </p:spPr>
        <p:txBody>
          <a:bodyPr/>
          <a:lstStyle>
            <a:lvl1pPr>
              <a:defRPr/>
            </a:lvl1pPr>
          </a:lstStyle>
          <a:p>
            <a:pPr>
              <a:defRPr/>
            </a:pPr>
            <a:fld id="{E76760A1-8A2A-4B0D-966C-A601CD0FA907}" type="slidenum">
              <a:rPr lang="pt-PT" altLang="en-US"/>
              <a:pPr>
                <a:defRPr/>
              </a:pPr>
              <a:t>‹nº›</a:t>
            </a:fld>
            <a:endParaRPr lang="pt-PT" altLang="en-US"/>
          </a:p>
        </p:txBody>
      </p:sp>
    </p:spTree>
    <p:extLst>
      <p:ext uri="{BB962C8B-B14F-4D97-AF65-F5344CB8AC3E}">
        <p14:creationId xmlns:p14="http://schemas.microsoft.com/office/powerpoint/2010/main" val="2742073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pt-PT"/>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4AF17942-30AB-472F-B9D3-1B857E57848A}"/>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039470E9-F45C-4334-8F6E-22EFC8608B5D}"/>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D19533F5-14E4-4260-8391-A5DD6294B7D7}"/>
              </a:ext>
            </a:extLst>
          </p:cNvPr>
          <p:cNvSpPr>
            <a:spLocks noGrp="1" noChangeArrowheads="1"/>
          </p:cNvSpPr>
          <p:nvPr>
            <p:ph type="sldNum" sz="quarter" idx="12"/>
          </p:nvPr>
        </p:nvSpPr>
        <p:spPr>
          <a:ln/>
        </p:spPr>
        <p:txBody>
          <a:bodyPr/>
          <a:lstStyle>
            <a:lvl1pPr>
              <a:defRPr/>
            </a:lvl1pPr>
          </a:lstStyle>
          <a:p>
            <a:pPr>
              <a:defRPr/>
            </a:pPr>
            <a:fld id="{EB8CDC48-0733-4DCD-BAF9-2EAA7E81BFD7}" type="slidenum">
              <a:rPr lang="pt-PT" altLang="en-US"/>
              <a:pPr>
                <a:defRPr/>
              </a:pPr>
              <a:t>‹nº›</a:t>
            </a:fld>
            <a:endParaRPr lang="pt-PT" altLang="en-US"/>
          </a:p>
        </p:txBody>
      </p:sp>
    </p:spTree>
    <p:extLst>
      <p:ext uri="{BB962C8B-B14F-4D97-AF65-F5344CB8AC3E}">
        <p14:creationId xmlns:p14="http://schemas.microsoft.com/office/powerpoint/2010/main" val="1162217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FFB1C9F-787D-4AB2-AD77-EE46C94E0F46}"/>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PT" altLang="en-US"/>
              <a:t>Click to edit Master title style</a:t>
            </a:r>
          </a:p>
        </p:txBody>
      </p:sp>
      <p:sp>
        <p:nvSpPr>
          <p:cNvPr id="1027" name="Rectangle 3">
            <a:extLst>
              <a:ext uri="{FF2B5EF4-FFF2-40B4-BE49-F238E27FC236}">
                <a16:creationId xmlns:a16="http://schemas.microsoft.com/office/drawing/2014/main" id="{E4BB0431-7354-4CBB-AB5A-5276FBFB2771}"/>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PT" altLang="en-US"/>
              <a:t>Click to edit Master text styles</a:t>
            </a:r>
          </a:p>
          <a:p>
            <a:pPr lvl="1"/>
            <a:r>
              <a:rPr lang="pt-PT" altLang="en-US"/>
              <a:t>Second level</a:t>
            </a:r>
          </a:p>
          <a:p>
            <a:pPr lvl="2"/>
            <a:r>
              <a:rPr lang="pt-PT" altLang="en-US"/>
              <a:t>Third level</a:t>
            </a:r>
          </a:p>
          <a:p>
            <a:pPr lvl="3"/>
            <a:r>
              <a:rPr lang="pt-PT" altLang="en-US"/>
              <a:t>Fourth level</a:t>
            </a:r>
          </a:p>
          <a:p>
            <a:pPr lvl="4"/>
            <a:r>
              <a:rPr lang="pt-PT" altLang="en-US"/>
              <a:t>Fifth level</a:t>
            </a:r>
          </a:p>
        </p:txBody>
      </p:sp>
      <p:sp>
        <p:nvSpPr>
          <p:cNvPr id="1028" name="Rectangle 4">
            <a:extLst>
              <a:ext uri="{FF2B5EF4-FFF2-40B4-BE49-F238E27FC236}">
                <a16:creationId xmlns:a16="http://schemas.microsoft.com/office/drawing/2014/main" id="{F161A557-FD41-4FA4-BBFD-9A085BA766F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pt-PT"/>
          </a:p>
        </p:txBody>
      </p:sp>
      <p:sp>
        <p:nvSpPr>
          <p:cNvPr id="1029" name="Rectangle 5">
            <a:extLst>
              <a:ext uri="{FF2B5EF4-FFF2-40B4-BE49-F238E27FC236}">
                <a16:creationId xmlns:a16="http://schemas.microsoft.com/office/drawing/2014/main" id="{F3E900F6-955A-4BE5-A035-AEBF94D18817}"/>
              </a:ext>
            </a:extLst>
          </p:cNvPr>
          <p:cNvSpPr>
            <a:spLocks noGrp="1" noChangeArrowheads="1"/>
          </p:cNvSpPr>
          <p:nvPr>
            <p:ph type="ftr" sz="quarter" idx="3"/>
          </p:nvPr>
        </p:nvSpPr>
        <p:spPr bwMode="auto">
          <a:xfrm>
            <a:off x="2268538" y="6578600"/>
            <a:ext cx="4248150" cy="279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pt-PT"/>
              <a:t>Programação Orientada aos Objetos</a:t>
            </a:r>
          </a:p>
        </p:txBody>
      </p:sp>
      <p:sp>
        <p:nvSpPr>
          <p:cNvPr id="1030" name="Rectangle 6">
            <a:extLst>
              <a:ext uri="{FF2B5EF4-FFF2-40B4-BE49-F238E27FC236}">
                <a16:creationId xmlns:a16="http://schemas.microsoft.com/office/drawing/2014/main" id="{DE725855-FBA9-4582-A2B1-F0859CC04801}"/>
              </a:ext>
            </a:extLst>
          </p:cNvPr>
          <p:cNvSpPr>
            <a:spLocks noGrp="1" noChangeArrowheads="1"/>
          </p:cNvSpPr>
          <p:nvPr>
            <p:ph type="sldNum" sz="quarter" idx="4"/>
          </p:nvPr>
        </p:nvSpPr>
        <p:spPr bwMode="auto">
          <a:xfrm>
            <a:off x="6659563" y="6597650"/>
            <a:ext cx="2133600" cy="1889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99224989-A12D-4A97-8D0D-1E99B241E098}" type="slidenum">
              <a:rPr lang="pt-PT" altLang="en-US"/>
              <a:pPr>
                <a:defRPr/>
              </a:pPr>
              <a:t>‹nº›</a:t>
            </a:fld>
            <a:endParaRPr lang="pt-PT"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4">
            <a:extLst>
              <a:ext uri="{FF2B5EF4-FFF2-40B4-BE49-F238E27FC236}">
                <a16:creationId xmlns:a16="http://schemas.microsoft.com/office/drawing/2014/main" id="{A7E12679-8117-47F6-9BAA-7956BAC9DFD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3075" name="Slide Number Placeholder 5">
            <a:extLst>
              <a:ext uri="{FF2B5EF4-FFF2-40B4-BE49-F238E27FC236}">
                <a16:creationId xmlns:a16="http://schemas.microsoft.com/office/drawing/2014/main" id="{DC3FA180-E8E1-46F5-B327-0E8EE90D84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E94AE50-41B3-45C1-8F2E-71886894FA65}" type="slidenum">
              <a:rPr lang="pt-PT" altLang="en-US" sz="1400"/>
              <a:pPr>
                <a:spcBef>
                  <a:spcPct val="0"/>
                </a:spcBef>
                <a:buFontTx/>
                <a:buNone/>
              </a:pPr>
              <a:t>1</a:t>
            </a:fld>
            <a:endParaRPr lang="pt-PT" altLang="en-US" sz="1400"/>
          </a:p>
        </p:txBody>
      </p:sp>
      <p:sp>
        <p:nvSpPr>
          <p:cNvPr id="3076" name="Rectangle 2">
            <a:extLst>
              <a:ext uri="{FF2B5EF4-FFF2-40B4-BE49-F238E27FC236}">
                <a16:creationId xmlns:a16="http://schemas.microsoft.com/office/drawing/2014/main" id="{310E28CA-F553-4E85-A259-7EEECE60D5FA}"/>
              </a:ext>
            </a:extLst>
          </p:cNvPr>
          <p:cNvSpPr>
            <a:spLocks noGrp="1" noChangeArrowheads="1"/>
          </p:cNvSpPr>
          <p:nvPr>
            <p:ph type="ctrTitle"/>
          </p:nvPr>
        </p:nvSpPr>
        <p:spPr>
          <a:xfrm>
            <a:off x="755650" y="1341438"/>
            <a:ext cx="7772400" cy="1470025"/>
          </a:xfrm>
        </p:spPr>
        <p:txBody>
          <a:bodyPr/>
          <a:lstStyle/>
          <a:p>
            <a:pPr eaLnBrk="1" hangingPunct="1"/>
            <a:r>
              <a:rPr lang="pt-PT" altLang="en-US" sz="3600"/>
              <a:t>Programação Orientada aos Objetos</a:t>
            </a:r>
            <a:br>
              <a:rPr lang="pt-PT" altLang="en-US" sz="4000"/>
            </a:br>
            <a:r>
              <a:rPr lang="pt-PT" altLang="en-US" sz="2000"/>
              <a:t>(Licenciatura em Engenharia de Telecomunicações &amp; Informática) </a:t>
            </a:r>
            <a:br>
              <a:rPr lang="pt-PT" altLang="en-US" sz="2000"/>
            </a:br>
            <a:r>
              <a:rPr lang="pt-PT" altLang="en-US" sz="2000"/>
              <a:t>2º Ano, 1º Semestre</a:t>
            </a:r>
          </a:p>
        </p:txBody>
      </p:sp>
      <p:sp>
        <p:nvSpPr>
          <p:cNvPr id="3077" name="Rectangle 3">
            <a:extLst>
              <a:ext uri="{FF2B5EF4-FFF2-40B4-BE49-F238E27FC236}">
                <a16:creationId xmlns:a16="http://schemas.microsoft.com/office/drawing/2014/main" id="{C3ED2DC7-084F-45AB-A427-0C317CE31CA0}"/>
              </a:ext>
            </a:extLst>
          </p:cNvPr>
          <p:cNvSpPr>
            <a:spLocks noGrp="1" noChangeArrowheads="1"/>
          </p:cNvSpPr>
          <p:nvPr>
            <p:ph type="subTitle" idx="1"/>
          </p:nvPr>
        </p:nvSpPr>
        <p:spPr>
          <a:xfrm>
            <a:off x="1371600" y="3886200"/>
            <a:ext cx="6400800" cy="982663"/>
          </a:xfrm>
        </p:spPr>
        <p:txBody>
          <a:bodyPr/>
          <a:lstStyle/>
          <a:p>
            <a:pPr eaLnBrk="1" hangingPunct="1"/>
            <a:r>
              <a:rPr lang="pt-PT" altLang="en-US"/>
              <a:t>Excepções e Streams em Java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a:extLst>
              <a:ext uri="{FF2B5EF4-FFF2-40B4-BE49-F238E27FC236}">
                <a16:creationId xmlns:a16="http://schemas.microsoft.com/office/drawing/2014/main" id="{BE45D8FD-FEFC-4215-8CEB-3120E6D08B4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4099" name="Slide Number Placeholder 5">
            <a:extLst>
              <a:ext uri="{FF2B5EF4-FFF2-40B4-BE49-F238E27FC236}">
                <a16:creationId xmlns:a16="http://schemas.microsoft.com/office/drawing/2014/main" id="{4E13951B-17DC-4316-8593-0B16819F77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CFF912B-7F74-4E6F-A8D3-AE8703279CD6}" type="slidenum">
              <a:rPr lang="pt-PT" altLang="en-US" sz="1400"/>
              <a:pPr>
                <a:spcBef>
                  <a:spcPct val="0"/>
                </a:spcBef>
                <a:buFontTx/>
                <a:buNone/>
              </a:pPr>
              <a:t>2</a:t>
            </a:fld>
            <a:endParaRPr lang="pt-PT" altLang="en-US" sz="1400"/>
          </a:p>
        </p:txBody>
      </p:sp>
      <p:sp>
        <p:nvSpPr>
          <p:cNvPr id="4100" name="Rectangle 2">
            <a:extLst>
              <a:ext uri="{FF2B5EF4-FFF2-40B4-BE49-F238E27FC236}">
                <a16:creationId xmlns:a16="http://schemas.microsoft.com/office/drawing/2014/main" id="{ACC4162B-E809-4016-B4B8-C36B2073B72A}"/>
              </a:ext>
            </a:extLst>
          </p:cNvPr>
          <p:cNvSpPr>
            <a:spLocks noGrp="1" noChangeArrowheads="1"/>
          </p:cNvSpPr>
          <p:nvPr>
            <p:ph type="title"/>
          </p:nvPr>
        </p:nvSpPr>
        <p:spPr>
          <a:xfrm>
            <a:off x="468313" y="115888"/>
            <a:ext cx="8229600" cy="1143000"/>
          </a:xfrm>
        </p:spPr>
        <p:txBody>
          <a:bodyPr/>
          <a:lstStyle/>
          <a:p>
            <a:pPr eaLnBrk="1" hangingPunct="1"/>
            <a:r>
              <a:rPr lang="pt-PT" altLang="en-US"/>
              <a:t>Excepções</a:t>
            </a:r>
          </a:p>
        </p:txBody>
      </p:sp>
      <p:sp>
        <p:nvSpPr>
          <p:cNvPr id="4101" name="Rectangle 3">
            <a:extLst>
              <a:ext uri="{FF2B5EF4-FFF2-40B4-BE49-F238E27FC236}">
                <a16:creationId xmlns:a16="http://schemas.microsoft.com/office/drawing/2014/main" id="{ACF10BD1-A9F1-47CC-A817-C85BD4CB0B18}"/>
              </a:ext>
            </a:extLst>
          </p:cNvPr>
          <p:cNvSpPr>
            <a:spLocks noGrp="1" noChangeArrowheads="1"/>
          </p:cNvSpPr>
          <p:nvPr>
            <p:ph type="body" idx="1"/>
          </p:nvPr>
        </p:nvSpPr>
        <p:spPr>
          <a:xfrm>
            <a:off x="457200" y="1268413"/>
            <a:ext cx="8229600" cy="5329237"/>
          </a:xfrm>
        </p:spPr>
        <p:txBody>
          <a:bodyPr/>
          <a:lstStyle/>
          <a:p>
            <a:pPr eaLnBrk="1" hangingPunct="1">
              <a:lnSpc>
                <a:spcPct val="80000"/>
              </a:lnSpc>
            </a:pPr>
            <a:r>
              <a:rPr lang="pt-PT" altLang="en-US" sz="2400"/>
              <a:t>O Java introduz uma forma de fornecer robustez aos programas através de um mecanismo de tratamento de excepções.</a:t>
            </a:r>
          </a:p>
          <a:p>
            <a:pPr eaLnBrk="1" hangingPunct="1">
              <a:lnSpc>
                <a:spcPct val="80000"/>
              </a:lnSpc>
              <a:buFontTx/>
              <a:buNone/>
            </a:pPr>
            <a:endParaRPr lang="pt-PT" altLang="en-US" sz="2400"/>
          </a:p>
          <a:p>
            <a:pPr eaLnBrk="1" hangingPunct="1">
              <a:lnSpc>
                <a:spcPct val="80000"/>
              </a:lnSpc>
            </a:pPr>
            <a:r>
              <a:rPr lang="pt-PT" altLang="en-US" sz="2400"/>
              <a:t>O que é uma excepção ?</a:t>
            </a:r>
          </a:p>
          <a:p>
            <a:pPr eaLnBrk="1" hangingPunct="1">
              <a:lnSpc>
                <a:spcPct val="80000"/>
              </a:lnSpc>
              <a:buFontTx/>
              <a:buNone/>
            </a:pPr>
            <a:endParaRPr lang="pt-PT" altLang="en-US" sz="2400"/>
          </a:p>
          <a:p>
            <a:pPr lvl="1" eaLnBrk="1" hangingPunct="1">
              <a:lnSpc>
                <a:spcPct val="80000"/>
              </a:lnSpc>
            </a:pPr>
            <a:r>
              <a:rPr lang="pt-PT" altLang="en-US" sz="2000"/>
              <a:t>É uma sinal gerado pela máquina virtual java (em tempo de execução) que é comunicado ao programa indicando a ocorrência de um </a:t>
            </a:r>
            <a:r>
              <a:rPr lang="pt-PT" altLang="en-US" sz="2000" u="sng"/>
              <a:t>erro recuperável</a:t>
            </a:r>
            <a:r>
              <a:rPr lang="pt-PT" altLang="en-US" sz="2000"/>
              <a:t>.</a:t>
            </a:r>
          </a:p>
          <a:p>
            <a:pPr lvl="1" eaLnBrk="1" hangingPunct="1">
              <a:lnSpc>
                <a:spcPct val="80000"/>
              </a:lnSpc>
            </a:pPr>
            <a:r>
              <a:rPr lang="pt-PT" altLang="en-US" sz="2000"/>
              <a:t>Exemplos: tentativas de divisão por zero, indexação fora dos limites de um array, tentativas de leitura para além dos limites de um ficheiro, etc.</a:t>
            </a:r>
          </a:p>
          <a:p>
            <a:pPr lvl="1" eaLnBrk="1" hangingPunct="1">
              <a:lnSpc>
                <a:spcPct val="80000"/>
              </a:lnSpc>
            </a:pPr>
            <a:r>
              <a:rPr lang="pt-PT" altLang="en-US" sz="2000"/>
              <a:t>São quase sempre violações semânticas ao nível do ambiente de programação</a:t>
            </a:r>
          </a:p>
          <a:p>
            <a:pPr lvl="1" eaLnBrk="1" hangingPunct="1">
              <a:lnSpc>
                <a:spcPct val="80000"/>
              </a:lnSpc>
            </a:pPr>
            <a:r>
              <a:rPr lang="pt-PT" altLang="en-US" sz="2000"/>
              <a:t>No entanto (como vamos ver com exemplos), as excepções podem resultar de acções que não obedecem às restrições semânticas dos próprios problemas codificados.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BE214A7B-7A60-4432-9621-A53AD0B019E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5123" name="Slide Number Placeholder 5">
            <a:extLst>
              <a:ext uri="{FF2B5EF4-FFF2-40B4-BE49-F238E27FC236}">
                <a16:creationId xmlns:a16="http://schemas.microsoft.com/office/drawing/2014/main" id="{35243DAA-65A1-4663-8801-8EB454CA64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017AB11-5617-457E-8989-2F0AD6AB40E4}" type="slidenum">
              <a:rPr lang="pt-PT" altLang="en-US" sz="1400"/>
              <a:pPr>
                <a:spcBef>
                  <a:spcPct val="0"/>
                </a:spcBef>
                <a:buFontTx/>
                <a:buNone/>
              </a:pPr>
              <a:t>3</a:t>
            </a:fld>
            <a:endParaRPr lang="pt-PT" altLang="en-US" sz="1400"/>
          </a:p>
        </p:txBody>
      </p:sp>
      <p:sp>
        <p:nvSpPr>
          <p:cNvPr id="5124" name="Rectangle 2">
            <a:extLst>
              <a:ext uri="{FF2B5EF4-FFF2-40B4-BE49-F238E27FC236}">
                <a16:creationId xmlns:a16="http://schemas.microsoft.com/office/drawing/2014/main" id="{4BF15D1F-C938-4E64-85E5-5E04778ED697}"/>
              </a:ext>
            </a:extLst>
          </p:cNvPr>
          <p:cNvSpPr>
            <a:spLocks noGrp="1" noChangeArrowheads="1"/>
          </p:cNvSpPr>
          <p:nvPr>
            <p:ph type="title"/>
          </p:nvPr>
        </p:nvSpPr>
        <p:spPr>
          <a:xfrm>
            <a:off x="457200" y="115888"/>
            <a:ext cx="8229600" cy="1143000"/>
          </a:xfrm>
        </p:spPr>
        <p:txBody>
          <a:bodyPr/>
          <a:lstStyle/>
          <a:p>
            <a:pPr eaLnBrk="1" hangingPunct="1"/>
            <a:r>
              <a:rPr lang="pt-PT" altLang="en-US"/>
              <a:t>Excepções (cont)</a:t>
            </a:r>
          </a:p>
        </p:txBody>
      </p:sp>
      <p:sp>
        <p:nvSpPr>
          <p:cNvPr id="5125" name="Rectangle 3">
            <a:extLst>
              <a:ext uri="{FF2B5EF4-FFF2-40B4-BE49-F238E27FC236}">
                <a16:creationId xmlns:a16="http://schemas.microsoft.com/office/drawing/2014/main" id="{B8A1E05A-6245-418A-A576-4CBFDD5465E0}"/>
              </a:ext>
            </a:extLst>
          </p:cNvPr>
          <p:cNvSpPr>
            <a:spLocks noGrp="1" noChangeArrowheads="1"/>
          </p:cNvSpPr>
          <p:nvPr>
            <p:ph type="body" idx="1"/>
          </p:nvPr>
        </p:nvSpPr>
        <p:spPr>
          <a:xfrm>
            <a:off x="457200" y="1052513"/>
            <a:ext cx="8229600" cy="3960812"/>
          </a:xfrm>
        </p:spPr>
        <p:txBody>
          <a:bodyPr/>
          <a:lstStyle/>
          <a:p>
            <a:pPr eaLnBrk="1" hangingPunct="1">
              <a:lnSpc>
                <a:spcPct val="80000"/>
              </a:lnSpc>
            </a:pPr>
            <a:r>
              <a:rPr lang="pt-PT" altLang="en-US" sz="2400"/>
              <a:t>Uma excepção é lançada (</a:t>
            </a:r>
            <a:r>
              <a:rPr lang="pt-PT" altLang="en-US" sz="2400" i="1">
                <a:latin typeface="Times New Roman" panose="02020603050405020304" pitchFamily="18" charset="0"/>
              </a:rPr>
              <a:t>thrown</a:t>
            </a:r>
            <a:r>
              <a:rPr lang="pt-PT" altLang="en-US" sz="2400"/>
              <a:t>) no ponto do código onde ocorreu e diz-se apanhada (</a:t>
            </a:r>
            <a:r>
              <a:rPr lang="pt-PT" altLang="en-US" sz="2400" i="1">
                <a:latin typeface="Times New Roman" panose="02020603050405020304" pitchFamily="18" charset="0"/>
              </a:rPr>
              <a:t>caugh</a:t>
            </a:r>
            <a:r>
              <a:rPr lang="pt-PT" altLang="en-US" sz="2400"/>
              <a:t>) no ponto do código para o qual o controle foi transferido.</a:t>
            </a:r>
          </a:p>
          <a:p>
            <a:pPr eaLnBrk="1" hangingPunct="1">
              <a:lnSpc>
                <a:spcPct val="80000"/>
              </a:lnSpc>
            </a:pPr>
            <a:r>
              <a:rPr lang="pt-PT" altLang="en-US" sz="2400"/>
              <a:t>As excepções podem ser implícitas (originadas da máquina Java) ou explicitas (programadas e incluídas no código).</a:t>
            </a:r>
          </a:p>
          <a:p>
            <a:pPr eaLnBrk="1" hangingPunct="1">
              <a:lnSpc>
                <a:spcPct val="80000"/>
              </a:lnSpc>
            </a:pPr>
            <a:r>
              <a:rPr lang="pt-PT" altLang="en-US" sz="2400"/>
              <a:t>Excepções são representadas por instâncias da respectiva classe de excepção.</a:t>
            </a:r>
          </a:p>
          <a:p>
            <a:pPr eaLnBrk="1" hangingPunct="1">
              <a:lnSpc>
                <a:spcPct val="80000"/>
              </a:lnSpc>
            </a:pPr>
            <a:r>
              <a:rPr lang="pt-PT" altLang="en-US" sz="2400"/>
              <a:t>Podemos definir as nossas próprias excepções definindo classes que são subclasses de </a:t>
            </a:r>
            <a:r>
              <a:rPr lang="pt-PT" altLang="en-US" sz="2400" i="1">
                <a:latin typeface="Times New Roman" panose="02020603050405020304" pitchFamily="18" charset="0"/>
              </a:rPr>
              <a:t>java.lang.throwable.Exception</a:t>
            </a:r>
            <a:endParaRPr lang="pt-PT" altLang="en-US" sz="2400"/>
          </a:p>
          <a:p>
            <a:pPr eaLnBrk="1" hangingPunct="1">
              <a:lnSpc>
                <a:spcPct val="80000"/>
              </a:lnSpc>
            </a:pPr>
            <a:r>
              <a:rPr lang="pt-PT" altLang="en-US" sz="2400"/>
              <a:t>Exemplo do posicionamento na hierarquia de classes:</a:t>
            </a:r>
            <a:endParaRPr lang="pt-PT" altLang="en-US" sz="2400" i="1">
              <a:latin typeface="Times New Roman" panose="02020603050405020304" pitchFamily="18" charset="0"/>
            </a:endParaRPr>
          </a:p>
        </p:txBody>
      </p:sp>
      <p:sp>
        <p:nvSpPr>
          <p:cNvPr id="5126" name="Rectangle 4">
            <a:extLst>
              <a:ext uri="{FF2B5EF4-FFF2-40B4-BE49-F238E27FC236}">
                <a16:creationId xmlns:a16="http://schemas.microsoft.com/office/drawing/2014/main" id="{1170BF86-A6A6-4941-8CD6-579555304D2C}"/>
              </a:ext>
            </a:extLst>
          </p:cNvPr>
          <p:cNvSpPr>
            <a:spLocks noChangeArrowheads="1"/>
          </p:cNvSpPr>
          <p:nvPr/>
        </p:nvSpPr>
        <p:spPr bwMode="auto">
          <a:xfrm>
            <a:off x="2771775" y="4941888"/>
            <a:ext cx="792163" cy="360362"/>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Object</a:t>
            </a:r>
          </a:p>
        </p:txBody>
      </p:sp>
      <p:sp>
        <p:nvSpPr>
          <p:cNvPr id="5127" name="Rectangle 5">
            <a:extLst>
              <a:ext uri="{FF2B5EF4-FFF2-40B4-BE49-F238E27FC236}">
                <a16:creationId xmlns:a16="http://schemas.microsoft.com/office/drawing/2014/main" id="{193E0BE7-3661-4B88-9BFB-7FE0AC416153}"/>
              </a:ext>
            </a:extLst>
          </p:cNvPr>
          <p:cNvSpPr>
            <a:spLocks noChangeArrowheads="1"/>
          </p:cNvSpPr>
          <p:nvPr/>
        </p:nvSpPr>
        <p:spPr bwMode="auto">
          <a:xfrm>
            <a:off x="3419475" y="5516563"/>
            <a:ext cx="792163" cy="360362"/>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Throwable</a:t>
            </a:r>
          </a:p>
        </p:txBody>
      </p:sp>
      <p:sp>
        <p:nvSpPr>
          <p:cNvPr id="5128" name="Rectangle 6">
            <a:extLst>
              <a:ext uri="{FF2B5EF4-FFF2-40B4-BE49-F238E27FC236}">
                <a16:creationId xmlns:a16="http://schemas.microsoft.com/office/drawing/2014/main" id="{1A1AC4A0-FEAE-4CB7-871E-F94A13A60BC8}"/>
              </a:ext>
            </a:extLst>
          </p:cNvPr>
          <p:cNvSpPr>
            <a:spLocks noChangeArrowheads="1"/>
          </p:cNvSpPr>
          <p:nvPr/>
        </p:nvSpPr>
        <p:spPr bwMode="auto">
          <a:xfrm>
            <a:off x="4572000" y="5805488"/>
            <a:ext cx="792163" cy="360362"/>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Exception</a:t>
            </a:r>
          </a:p>
        </p:txBody>
      </p:sp>
      <p:sp>
        <p:nvSpPr>
          <p:cNvPr id="5129" name="Rectangle 7">
            <a:extLst>
              <a:ext uri="{FF2B5EF4-FFF2-40B4-BE49-F238E27FC236}">
                <a16:creationId xmlns:a16="http://schemas.microsoft.com/office/drawing/2014/main" id="{22835879-4271-4A89-9BFB-056FD6EB2273}"/>
              </a:ext>
            </a:extLst>
          </p:cNvPr>
          <p:cNvSpPr>
            <a:spLocks noChangeArrowheads="1"/>
          </p:cNvSpPr>
          <p:nvPr/>
        </p:nvSpPr>
        <p:spPr bwMode="auto">
          <a:xfrm>
            <a:off x="5651500" y="6092825"/>
            <a:ext cx="1295400" cy="360363"/>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200"/>
              <a:t>RunTimeException</a:t>
            </a:r>
          </a:p>
        </p:txBody>
      </p:sp>
      <p:sp>
        <p:nvSpPr>
          <p:cNvPr id="5130" name="Line 10">
            <a:extLst>
              <a:ext uri="{FF2B5EF4-FFF2-40B4-BE49-F238E27FC236}">
                <a16:creationId xmlns:a16="http://schemas.microsoft.com/office/drawing/2014/main" id="{72A5AC06-D835-4D7C-ADC8-8ED777BFE493}"/>
              </a:ext>
            </a:extLst>
          </p:cNvPr>
          <p:cNvSpPr>
            <a:spLocks noChangeShapeType="1"/>
          </p:cNvSpPr>
          <p:nvPr/>
        </p:nvSpPr>
        <p:spPr bwMode="auto">
          <a:xfrm>
            <a:off x="2987675" y="5300663"/>
            <a:ext cx="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1" name="Line 11">
            <a:extLst>
              <a:ext uri="{FF2B5EF4-FFF2-40B4-BE49-F238E27FC236}">
                <a16:creationId xmlns:a16="http://schemas.microsoft.com/office/drawing/2014/main" id="{0195B45C-A908-4D38-BD1F-5598EEAC4227}"/>
              </a:ext>
            </a:extLst>
          </p:cNvPr>
          <p:cNvSpPr>
            <a:spLocks noChangeShapeType="1"/>
          </p:cNvSpPr>
          <p:nvPr/>
        </p:nvSpPr>
        <p:spPr bwMode="auto">
          <a:xfrm>
            <a:off x="2987675" y="5661025"/>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2" name="Line 12">
            <a:extLst>
              <a:ext uri="{FF2B5EF4-FFF2-40B4-BE49-F238E27FC236}">
                <a16:creationId xmlns:a16="http://schemas.microsoft.com/office/drawing/2014/main" id="{9C179270-B982-4F7B-8E23-630BAB151046}"/>
              </a:ext>
            </a:extLst>
          </p:cNvPr>
          <p:cNvSpPr>
            <a:spLocks noChangeShapeType="1"/>
          </p:cNvSpPr>
          <p:nvPr/>
        </p:nvSpPr>
        <p:spPr bwMode="auto">
          <a:xfrm>
            <a:off x="3779838" y="5876925"/>
            <a:ext cx="0"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3" name="Line 13">
            <a:extLst>
              <a:ext uri="{FF2B5EF4-FFF2-40B4-BE49-F238E27FC236}">
                <a16:creationId xmlns:a16="http://schemas.microsoft.com/office/drawing/2014/main" id="{D5BFA718-7343-48A2-9306-9C61B0073D4D}"/>
              </a:ext>
            </a:extLst>
          </p:cNvPr>
          <p:cNvSpPr>
            <a:spLocks noChangeShapeType="1"/>
          </p:cNvSpPr>
          <p:nvPr/>
        </p:nvSpPr>
        <p:spPr bwMode="auto">
          <a:xfrm>
            <a:off x="3779838" y="6021388"/>
            <a:ext cx="7921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4" name="Line 14">
            <a:extLst>
              <a:ext uri="{FF2B5EF4-FFF2-40B4-BE49-F238E27FC236}">
                <a16:creationId xmlns:a16="http://schemas.microsoft.com/office/drawing/2014/main" id="{1CA671E2-FE30-47EA-8061-5F2DF6356925}"/>
              </a:ext>
            </a:extLst>
          </p:cNvPr>
          <p:cNvSpPr>
            <a:spLocks noChangeShapeType="1"/>
          </p:cNvSpPr>
          <p:nvPr/>
        </p:nvSpPr>
        <p:spPr bwMode="auto">
          <a:xfrm>
            <a:off x="5148263" y="6165850"/>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5" name="Line 23">
            <a:extLst>
              <a:ext uri="{FF2B5EF4-FFF2-40B4-BE49-F238E27FC236}">
                <a16:creationId xmlns:a16="http://schemas.microsoft.com/office/drawing/2014/main" id="{30BFD200-B9F5-4BC0-9E5A-5B723F462A65}"/>
              </a:ext>
            </a:extLst>
          </p:cNvPr>
          <p:cNvSpPr>
            <a:spLocks noChangeShapeType="1"/>
          </p:cNvSpPr>
          <p:nvPr/>
        </p:nvSpPr>
        <p:spPr bwMode="auto">
          <a:xfrm>
            <a:off x="5148263" y="63817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6" name="Rectangle 24">
            <a:extLst>
              <a:ext uri="{FF2B5EF4-FFF2-40B4-BE49-F238E27FC236}">
                <a16:creationId xmlns:a16="http://schemas.microsoft.com/office/drawing/2014/main" id="{B1229B56-0C08-41B9-BC79-E512373AF537}"/>
              </a:ext>
            </a:extLst>
          </p:cNvPr>
          <p:cNvSpPr>
            <a:spLocks noChangeArrowheads="1"/>
          </p:cNvSpPr>
          <p:nvPr/>
        </p:nvSpPr>
        <p:spPr bwMode="auto">
          <a:xfrm>
            <a:off x="7235825" y="6092825"/>
            <a:ext cx="1871663" cy="360363"/>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900"/>
              <a:t>ArrayIndexOutOfBoundsException</a:t>
            </a:r>
          </a:p>
        </p:txBody>
      </p:sp>
      <p:sp>
        <p:nvSpPr>
          <p:cNvPr id="5137" name="Line 25">
            <a:extLst>
              <a:ext uri="{FF2B5EF4-FFF2-40B4-BE49-F238E27FC236}">
                <a16:creationId xmlns:a16="http://schemas.microsoft.com/office/drawing/2014/main" id="{AF8A0BBD-41B9-4216-88A0-149BBE73C497}"/>
              </a:ext>
            </a:extLst>
          </p:cNvPr>
          <p:cNvSpPr>
            <a:spLocks noChangeShapeType="1"/>
          </p:cNvSpPr>
          <p:nvPr/>
        </p:nvSpPr>
        <p:spPr bwMode="auto">
          <a:xfrm>
            <a:off x="6948488" y="6381750"/>
            <a:ext cx="28733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pt-P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4">
            <a:extLst>
              <a:ext uri="{FF2B5EF4-FFF2-40B4-BE49-F238E27FC236}">
                <a16:creationId xmlns:a16="http://schemas.microsoft.com/office/drawing/2014/main" id="{2BA1FC85-6450-43A5-B9F7-DF51535091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6147" name="Slide Number Placeholder 5">
            <a:extLst>
              <a:ext uri="{FF2B5EF4-FFF2-40B4-BE49-F238E27FC236}">
                <a16:creationId xmlns:a16="http://schemas.microsoft.com/office/drawing/2014/main" id="{E3630B39-887F-4E3A-AB2D-5C94E5ADA5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E51318C-6B97-4FD1-8722-3D1314AA8C3A}" type="slidenum">
              <a:rPr lang="pt-PT" altLang="en-US" sz="1400"/>
              <a:pPr>
                <a:spcBef>
                  <a:spcPct val="0"/>
                </a:spcBef>
                <a:buFontTx/>
                <a:buNone/>
              </a:pPr>
              <a:t>4</a:t>
            </a:fld>
            <a:endParaRPr lang="pt-PT" altLang="en-US" sz="1400"/>
          </a:p>
        </p:txBody>
      </p:sp>
      <p:sp>
        <p:nvSpPr>
          <p:cNvPr id="6148" name="Rectangle 2">
            <a:extLst>
              <a:ext uri="{FF2B5EF4-FFF2-40B4-BE49-F238E27FC236}">
                <a16:creationId xmlns:a16="http://schemas.microsoft.com/office/drawing/2014/main" id="{21BEDDB7-50B3-49A1-8776-DB3DE034DFA8}"/>
              </a:ext>
            </a:extLst>
          </p:cNvPr>
          <p:cNvSpPr>
            <a:spLocks noGrp="1" noChangeArrowheads="1"/>
          </p:cNvSpPr>
          <p:nvPr>
            <p:ph type="title"/>
          </p:nvPr>
        </p:nvSpPr>
        <p:spPr/>
        <p:txBody>
          <a:bodyPr/>
          <a:lstStyle/>
          <a:p>
            <a:pPr eaLnBrk="1" hangingPunct="1"/>
            <a:r>
              <a:rPr lang="pt-PT" altLang="en-US"/>
              <a:t>Excepções (exemplo)</a:t>
            </a:r>
          </a:p>
        </p:txBody>
      </p:sp>
      <p:sp>
        <p:nvSpPr>
          <p:cNvPr id="6149" name="Rectangle 3">
            <a:extLst>
              <a:ext uri="{FF2B5EF4-FFF2-40B4-BE49-F238E27FC236}">
                <a16:creationId xmlns:a16="http://schemas.microsoft.com/office/drawing/2014/main" id="{31219698-D539-4AAE-9E47-28CCEB9BEA5C}"/>
              </a:ext>
            </a:extLst>
          </p:cNvPr>
          <p:cNvSpPr>
            <a:spLocks noGrp="1" noChangeArrowheads="1"/>
          </p:cNvSpPr>
          <p:nvPr>
            <p:ph type="body" idx="1"/>
          </p:nvPr>
        </p:nvSpPr>
        <p:spPr>
          <a:xfrm>
            <a:off x="250825" y="1600200"/>
            <a:ext cx="8686800" cy="4525963"/>
          </a:xfrm>
        </p:spPr>
        <p:txBody>
          <a:bodyPr/>
          <a:lstStyle/>
          <a:p>
            <a:pPr eaLnBrk="1" hangingPunct="1"/>
            <a:r>
              <a:rPr lang="pt-PT" altLang="en-US" sz="2400"/>
              <a:t>Para o programa  t.java:</a:t>
            </a:r>
          </a:p>
          <a:p>
            <a:pPr lvl="2" eaLnBrk="1" hangingPunct="1">
              <a:buFontTx/>
              <a:buNone/>
            </a:pPr>
            <a:r>
              <a:rPr lang="pt-PT" altLang="en-US" sz="2000">
                <a:latin typeface="Times New Roman" panose="02020603050405020304" pitchFamily="18" charset="0"/>
              </a:rPr>
              <a:t>public static void main(String a[])</a:t>
            </a:r>
          </a:p>
          <a:p>
            <a:pPr lvl="2" eaLnBrk="1" hangingPunct="1">
              <a:buFontTx/>
              <a:buNone/>
            </a:pPr>
            <a:r>
              <a:rPr lang="pt-PT" altLang="en-US" sz="2000">
                <a:latin typeface="Times New Roman" panose="02020603050405020304" pitchFamily="18" charset="0"/>
              </a:rPr>
              <a:t>{  double v[] = new double[10];</a:t>
            </a:r>
          </a:p>
          <a:p>
            <a:pPr lvl="2" eaLnBrk="1" hangingPunct="1">
              <a:buFontTx/>
              <a:buNone/>
            </a:pPr>
            <a:r>
              <a:rPr lang="pt-PT" altLang="en-US" sz="2000">
                <a:latin typeface="Times New Roman" panose="02020603050405020304" pitchFamily="18" charset="0"/>
              </a:rPr>
              <a:t>    for(int i=0;i&lt;11;i++)</a:t>
            </a:r>
          </a:p>
          <a:p>
            <a:pPr lvl="2" eaLnBrk="1" hangingPunct="1">
              <a:buFontTx/>
              <a:buNone/>
            </a:pPr>
            <a:r>
              <a:rPr lang="pt-PT" altLang="en-US" sz="2000">
                <a:latin typeface="Times New Roman" panose="02020603050405020304" pitchFamily="18" charset="0"/>
              </a:rPr>
              <a:t>          v[i] = i * i;</a:t>
            </a:r>
          </a:p>
          <a:p>
            <a:pPr lvl="2" eaLnBrk="1" hangingPunct="1">
              <a:buFontTx/>
              <a:buNone/>
            </a:pPr>
            <a:r>
              <a:rPr lang="pt-PT" altLang="en-US" sz="2000">
                <a:latin typeface="Times New Roman" panose="02020603050405020304" pitchFamily="18" charset="0"/>
              </a:rPr>
              <a:t>}</a:t>
            </a:r>
          </a:p>
          <a:p>
            <a:pPr eaLnBrk="1" hangingPunct="1"/>
            <a:r>
              <a:rPr lang="pt-PT" altLang="en-US" sz="2400"/>
              <a:t>A sua execução lança a excepção (e mensagem):</a:t>
            </a:r>
          </a:p>
          <a:p>
            <a:pPr eaLnBrk="1" hangingPunct="1"/>
            <a:r>
              <a:rPr lang="pt-PT" altLang="en-US" sz="2400">
                <a:latin typeface="Times New Roman" panose="02020603050405020304" pitchFamily="18" charset="0"/>
              </a:rPr>
              <a:t>&gt; java t</a:t>
            </a:r>
          </a:p>
          <a:p>
            <a:pPr lvl="2" eaLnBrk="1" hangingPunct="1">
              <a:buFontTx/>
              <a:buNone/>
            </a:pPr>
            <a:r>
              <a:rPr lang="pt-PT" altLang="en-US" sz="1800">
                <a:latin typeface="Times New Roman" panose="02020603050405020304" pitchFamily="18" charset="0"/>
              </a:rPr>
              <a:t>Exception in thread "main“ </a:t>
            </a:r>
            <a:r>
              <a:rPr lang="pt-PT" altLang="en-US" sz="1800" b="1">
                <a:latin typeface="Times New Roman" panose="02020603050405020304" pitchFamily="18" charset="0"/>
              </a:rPr>
              <a:t>java.lang.ArrayIndexOutOfBoundsException</a:t>
            </a:r>
            <a:r>
              <a:rPr lang="pt-PT" altLang="en-US" sz="1800">
                <a:latin typeface="Times New Roman" panose="02020603050405020304" pitchFamily="18" charset="0"/>
              </a:rPr>
              <a:t>: 10</a:t>
            </a:r>
          </a:p>
          <a:p>
            <a:pPr eaLnBrk="1" hangingPunct="1">
              <a:buFontTx/>
              <a:buNone/>
            </a:pPr>
            <a:r>
              <a:rPr lang="pt-PT" altLang="en-US" sz="2400"/>
              <a:t>                       </a:t>
            </a:r>
            <a:r>
              <a:rPr lang="pt-PT" altLang="en-US" sz="1800">
                <a:latin typeface="Times New Roman" panose="02020603050405020304" pitchFamily="18" charset="0"/>
              </a:rPr>
              <a:t>at t.main(t.java:4)</a:t>
            </a:r>
            <a:endParaRPr lang="pt-PT" altLang="en-US" sz="2400"/>
          </a:p>
        </p:txBody>
      </p:sp>
      <p:sp>
        <p:nvSpPr>
          <p:cNvPr id="6150" name="AutoShape 4">
            <a:extLst>
              <a:ext uri="{FF2B5EF4-FFF2-40B4-BE49-F238E27FC236}">
                <a16:creationId xmlns:a16="http://schemas.microsoft.com/office/drawing/2014/main" id="{C0C12E54-1620-417D-AB34-C86BDB5F3B09}"/>
              </a:ext>
            </a:extLst>
          </p:cNvPr>
          <p:cNvSpPr>
            <a:spLocks noChangeArrowheads="1"/>
          </p:cNvSpPr>
          <p:nvPr/>
        </p:nvSpPr>
        <p:spPr bwMode="auto">
          <a:xfrm>
            <a:off x="4356100" y="5516563"/>
            <a:ext cx="2232025" cy="792162"/>
          </a:xfrm>
          <a:prstGeom prst="wedgeEllipseCallout">
            <a:avLst>
              <a:gd name="adj1" fmla="val 67426"/>
              <a:gd name="adj2" fmla="val -106912"/>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200"/>
              <a:t>Nome  da classe que representa esta excepção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a:extLst>
              <a:ext uri="{FF2B5EF4-FFF2-40B4-BE49-F238E27FC236}">
                <a16:creationId xmlns:a16="http://schemas.microsoft.com/office/drawing/2014/main" id="{960715E2-2465-4751-98B8-34BFAB02EE0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7171" name="Slide Number Placeholder 5">
            <a:extLst>
              <a:ext uri="{FF2B5EF4-FFF2-40B4-BE49-F238E27FC236}">
                <a16:creationId xmlns:a16="http://schemas.microsoft.com/office/drawing/2014/main" id="{AD427BBA-01DF-4F17-81D7-5C789300A6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E8D0099-ACF9-4603-832E-A9235E735AD9}" type="slidenum">
              <a:rPr lang="pt-PT" altLang="en-US" sz="1400"/>
              <a:pPr>
                <a:spcBef>
                  <a:spcPct val="0"/>
                </a:spcBef>
                <a:buFontTx/>
                <a:buNone/>
              </a:pPr>
              <a:t>5</a:t>
            </a:fld>
            <a:endParaRPr lang="pt-PT" altLang="en-US" sz="1400"/>
          </a:p>
        </p:txBody>
      </p:sp>
      <p:sp>
        <p:nvSpPr>
          <p:cNvPr id="7172" name="Rectangle 2">
            <a:extLst>
              <a:ext uri="{FF2B5EF4-FFF2-40B4-BE49-F238E27FC236}">
                <a16:creationId xmlns:a16="http://schemas.microsoft.com/office/drawing/2014/main" id="{E5C323D7-41D8-4241-9ECE-F3D7AC0E4013}"/>
              </a:ext>
            </a:extLst>
          </p:cNvPr>
          <p:cNvSpPr>
            <a:spLocks noGrp="1" noChangeArrowheads="1"/>
          </p:cNvSpPr>
          <p:nvPr>
            <p:ph type="title"/>
          </p:nvPr>
        </p:nvSpPr>
        <p:spPr>
          <a:xfrm>
            <a:off x="457200" y="115888"/>
            <a:ext cx="8229600" cy="1143000"/>
          </a:xfrm>
        </p:spPr>
        <p:txBody>
          <a:bodyPr/>
          <a:lstStyle/>
          <a:p>
            <a:pPr eaLnBrk="1" hangingPunct="1"/>
            <a:r>
              <a:rPr lang="pt-PT" altLang="en-US" sz="3600"/>
              <a:t>Definição de blocos de vigilância de excepções</a:t>
            </a:r>
          </a:p>
        </p:txBody>
      </p:sp>
      <p:sp>
        <p:nvSpPr>
          <p:cNvPr id="6149" name="Rectangle 3">
            <a:extLst>
              <a:ext uri="{FF2B5EF4-FFF2-40B4-BE49-F238E27FC236}">
                <a16:creationId xmlns:a16="http://schemas.microsoft.com/office/drawing/2014/main" id="{8C26D93F-3DDE-4271-91AB-FBB5107DA7F3}"/>
              </a:ext>
            </a:extLst>
          </p:cNvPr>
          <p:cNvSpPr>
            <a:spLocks noGrp="1" noChangeArrowheads="1"/>
          </p:cNvSpPr>
          <p:nvPr>
            <p:ph type="body" idx="1"/>
          </p:nvPr>
        </p:nvSpPr>
        <p:spPr>
          <a:xfrm>
            <a:off x="457200" y="1412875"/>
            <a:ext cx="8229600" cy="5184775"/>
          </a:xfrm>
        </p:spPr>
        <p:txBody>
          <a:bodyPr/>
          <a:lstStyle/>
          <a:p>
            <a:pPr eaLnBrk="1" hangingPunct="1">
              <a:lnSpc>
                <a:spcPct val="80000"/>
              </a:lnSpc>
              <a:defRPr/>
            </a:pPr>
            <a:r>
              <a:rPr lang="pt-PT" altLang="en-US" sz="2000" dirty="0"/>
              <a:t>Declaração de blocos de código onde são tratadas as </a:t>
            </a:r>
            <a:r>
              <a:rPr lang="pt-PT" altLang="en-US" sz="2000" dirty="0" err="1"/>
              <a:t>excepções</a:t>
            </a:r>
            <a:r>
              <a:rPr lang="pt-PT" altLang="en-US" sz="2000" dirty="0"/>
              <a:t>:</a:t>
            </a:r>
          </a:p>
          <a:p>
            <a:pPr eaLnBrk="1" hangingPunct="1">
              <a:lnSpc>
                <a:spcPct val="80000"/>
              </a:lnSpc>
              <a:defRPr/>
            </a:pPr>
            <a:r>
              <a:rPr lang="pt-PT" altLang="en-US" sz="2000" dirty="0"/>
              <a:t>O Java usa cinco </a:t>
            </a:r>
            <a:r>
              <a:rPr lang="pt-PT" altLang="en-US" sz="2000" dirty="0" err="1"/>
              <a:t>keywords</a:t>
            </a:r>
            <a:r>
              <a:rPr lang="pt-PT" altLang="en-US" sz="2000" dirty="0"/>
              <a:t> para estas declarações                                                        		</a:t>
            </a:r>
            <a:r>
              <a:rPr lang="pt-PT" altLang="en-US" sz="2000" b="1" dirty="0" err="1">
                <a:latin typeface="Times New Roman" panose="02020603050405020304" pitchFamily="18" charset="0"/>
              </a:rPr>
              <a:t>try</a:t>
            </a:r>
            <a:r>
              <a:rPr lang="pt-PT" altLang="en-US" sz="2000" dirty="0">
                <a:latin typeface="Times New Roman" panose="02020603050405020304" pitchFamily="18" charset="0"/>
              </a:rPr>
              <a:t> / </a:t>
            </a:r>
            <a:r>
              <a:rPr lang="pt-PT" altLang="en-US" sz="2000" b="1" dirty="0" err="1">
                <a:latin typeface="Times New Roman" panose="02020603050405020304" pitchFamily="18" charset="0"/>
              </a:rPr>
              <a:t>catch</a:t>
            </a:r>
            <a:r>
              <a:rPr lang="pt-PT" altLang="en-US" sz="2000" dirty="0">
                <a:latin typeface="Times New Roman" panose="02020603050405020304" pitchFamily="18" charset="0"/>
              </a:rPr>
              <a:t> / </a:t>
            </a:r>
            <a:r>
              <a:rPr lang="pt-PT" altLang="en-US" sz="2000" b="1" dirty="0" err="1">
                <a:latin typeface="Times New Roman" panose="02020603050405020304" pitchFamily="18" charset="0"/>
              </a:rPr>
              <a:t>throw</a:t>
            </a:r>
            <a:r>
              <a:rPr lang="pt-PT" altLang="en-US" sz="2000" dirty="0">
                <a:latin typeface="Times New Roman" panose="02020603050405020304" pitchFamily="18" charset="0"/>
              </a:rPr>
              <a:t> / </a:t>
            </a:r>
            <a:r>
              <a:rPr lang="pt-PT" altLang="en-US" sz="2000" b="1" dirty="0" err="1">
                <a:latin typeface="Times New Roman" panose="02020603050405020304" pitchFamily="18" charset="0"/>
              </a:rPr>
              <a:t>throws</a:t>
            </a:r>
            <a:r>
              <a:rPr lang="pt-PT" altLang="en-US" sz="2000" dirty="0">
                <a:latin typeface="Times New Roman" panose="02020603050405020304" pitchFamily="18" charset="0"/>
              </a:rPr>
              <a:t> / </a:t>
            </a:r>
            <a:r>
              <a:rPr lang="pt-PT" altLang="en-US" sz="2000" b="1" dirty="0" err="1">
                <a:latin typeface="Times New Roman" panose="02020603050405020304" pitchFamily="18" charset="0"/>
              </a:rPr>
              <a:t>finally</a:t>
            </a:r>
            <a:endParaRPr lang="pt-PT" altLang="en-US" sz="2000" b="1" dirty="0">
              <a:latin typeface="Times New Roman" panose="02020603050405020304" pitchFamily="18" charset="0"/>
            </a:endParaRPr>
          </a:p>
          <a:p>
            <a:pPr eaLnBrk="1" hangingPunct="1">
              <a:lnSpc>
                <a:spcPct val="80000"/>
              </a:lnSpc>
              <a:defRPr/>
            </a:pPr>
            <a:r>
              <a:rPr lang="pt-PT" altLang="en-US" sz="1800" b="1" dirty="0" err="1">
                <a:latin typeface="Times New Roman" panose="02020603050405020304" pitchFamily="18" charset="0"/>
              </a:rPr>
              <a:t>try</a:t>
            </a:r>
            <a:endParaRPr lang="pt-PT" altLang="en-US" sz="1800" b="1" dirty="0">
              <a:latin typeface="Times New Roman" panose="02020603050405020304" pitchFamily="18" charset="0"/>
            </a:endParaRPr>
          </a:p>
          <a:p>
            <a:pPr marL="0" indent="0" eaLnBrk="1" hangingPunct="1">
              <a:lnSpc>
                <a:spcPct val="80000"/>
              </a:lnSpc>
              <a:buFontTx/>
              <a:buNone/>
              <a:defRPr/>
            </a:pPr>
            <a:r>
              <a:rPr lang="pt-PT" altLang="en-US" sz="1800" dirty="0">
                <a:latin typeface="Times New Roman" panose="02020603050405020304" pitchFamily="18" charset="0"/>
              </a:rPr>
              <a:t>       {</a:t>
            </a:r>
          </a:p>
          <a:p>
            <a:pPr lvl="1" eaLnBrk="1" hangingPunct="1">
              <a:lnSpc>
                <a:spcPct val="80000"/>
              </a:lnSpc>
              <a:buFontTx/>
              <a:buNone/>
              <a:defRPr/>
            </a:pPr>
            <a:r>
              <a:rPr lang="pt-PT" altLang="en-US" sz="1800" dirty="0">
                <a:latin typeface="Times New Roman" panose="02020603050405020304" pitchFamily="18" charset="0"/>
              </a:rPr>
              <a:t>            Definição do bloco do código</a:t>
            </a:r>
          </a:p>
          <a:p>
            <a:pPr lvl="1" eaLnBrk="1" hangingPunct="1">
              <a:lnSpc>
                <a:spcPct val="80000"/>
              </a:lnSpc>
              <a:buFontTx/>
              <a:buNone/>
              <a:defRPr/>
            </a:pPr>
            <a:r>
              <a:rPr lang="pt-PT" altLang="en-US" sz="1800" dirty="0">
                <a:latin typeface="Times New Roman" panose="02020603050405020304" pitchFamily="18" charset="0"/>
              </a:rPr>
              <a:t>            a </a:t>
            </a:r>
            <a:r>
              <a:rPr lang="pt-PT" altLang="en-US" sz="1800" dirty="0" err="1">
                <a:latin typeface="Times New Roman" panose="02020603050405020304" pitchFamily="18" charset="0"/>
              </a:rPr>
              <a:t>detectar</a:t>
            </a:r>
            <a:r>
              <a:rPr lang="pt-PT" altLang="en-US" sz="1800" dirty="0">
                <a:latin typeface="Times New Roman" panose="02020603050405020304" pitchFamily="18" charset="0"/>
              </a:rPr>
              <a:t> a ocorrência da </a:t>
            </a:r>
            <a:r>
              <a:rPr lang="pt-PT" altLang="en-US" sz="1800" dirty="0" err="1">
                <a:latin typeface="Times New Roman" panose="02020603050405020304" pitchFamily="18" charset="0"/>
              </a:rPr>
              <a:t>excepção</a:t>
            </a:r>
            <a:endParaRPr lang="pt-PT" altLang="en-US" sz="1800" dirty="0">
              <a:latin typeface="Times New Roman" panose="02020603050405020304" pitchFamily="18" charset="0"/>
            </a:endParaRPr>
          </a:p>
          <a:p>
            <a:pPr lvl="1" eaLnBrk="1" hangingPunct="1">
              <a:lnSpc>
                <a:spcPct val="80000"/>
              </a:lnSpc>
              <a:buFontTx/>
              <a:buNone/>
              <a:defRPr/>
            </a:pPr>
            <a:r>
              <a:rPr lang="pt-PT" altLang="en-US" sz="1800" dirty="0">
                <a:latin typeface="Times New Roman" panose="02020603050405020304" pitchFamily="18" charset="0"/>
              </a:rPr>
              <a:t>}</a:t>
            </a:r>
          </a:p>
          <a:p>
            <a:pPr lvl="1" eaLnBrk="1" hangingPunct="1">
              <a:lnSpc>
                <a:spcPct val="80000"/>
              </a:lnSpc>
              <a:buFontTx/>
              <a:buNone/>
              <a:defRPr/>
            </a:pPr>
            <a:r>
              <a:rPr lang="pt-PT" altLang="en-US" sz="1800" b="1" dirty="0" err="1">
                <a:latin typeface="Times New Roman" panose="02020603050405020304" pitchFamily="18" charset="0"/>
              </a:rPr>
              <a:t>catch</a:t>
            </a:r>
            <a:r>
              <a:rPr lang="pt-PT" altLang="en-US" sz="1800" dirty="0">
                <a:latin typeface="Times New Roman" panose="02020603050405020304" pitchFamily="18" charset="0"/>
              </a:rPr>
              <a:t>(</a:t>
            </a:r>
            <a:r>
              <a:rPr lang="pt-PT" altLang="en-US" sz="1800" dirty="0" err="1">
                <a:latin typeface="Times New Roman" panose="02020603050405020304" pitchFamily="18" charset="0"/>
              </a:rPr>
              <a:t>Id_da_excepção</a:t>
            </a:r>
            <a:r>
              <a:rPr lang="pt-PT" altLang="en-US" sz="1800" dirty="0">
                <a:latin typeface="Times New Roman" panose="02020603050405020304" pitchFamily="18" charset="0"/>
              </a:rPr>
              <a:t> var1)</a:t>
            </a:r>
          </a:p>
          <a:p>
            <a:pPr lvl="1" eaLnBrk="1" hangingPunct="1">
              <a:lnSpc>
                <a:spcPct val="80000"/>
              </a:lnSpc>
              <a:buFontTx/>
              <a:buNone/>
              <a:defRPr/>
            </a:pPr>
            <a:r>
              <a:rPr lang="pt-PT" altLang="en-US" sz="1800" dirty="0">
                <a:latin typeface="Times New Roman" panose="02020603050405020304" pitchFamily="18" charset="0"/>
              </a:rPr>
              <a:t>{ </a:t>
            </a:r>
          </a:p>
          <a:p>
            <a:pPr lvl="1" eaLnBrk="1" hangingPunct="1">
              <a:lnSpc>
                <a:spcPct val="80000"/>
              </a:lnSpc>
              <a:buFontTx/>
              <a:buNone/>
              <a:defRPr/>
            </a:pPr>
            <a:r>
              <a:rPr lang="pt-PT" altLang="en-US" sz="1800" dirty="0">
                <a:latin typeface="Times New Roman" panose="02020603050405020304" pitchFamily="18" charset="0"/>
              </a:rPr>
              <a:t>            Definir tratamento a dar a este caso.</a:t>
            </a:r>
          </a:p>
          <a:p>
            <a:pPr lvl="1" eaLnBrk="1" hangingPunct="1">
              <a:lnSpc>
                <a:spcPct val="80000"/>
              </a:lnSpc>
              <a:buFontTx/>
              <a:buNone/>
              <a:defRPr/>
            </a:pPr>
            <a:r>
              <a:rPr lang="pt-PT" altLang="en-US" sz="1800" dirty="0">
                <a:latin typeface="Times New Roman" panose="02020603050405020304" pitchFamily="18" charset="0"/>
              </a:rPr>
              <a:t>            Vão existir tantos </a:t>
            </a:r>
            <a:r>
              <a:rPr lang="pt-PT" altLang="en-US" sz="1800" dirty="0" err="1">
                <a:latin typeface="Times New Roman" panose="02020603050405020304" pitchFamily="18" charset="0"/>
              </a:rPr>
              <a:t>catch</a:t>
            </a:r>
            <a:r>
              <a:rPr lang="pt-PT" altLang="en-US" sz="1800" dirty="0">
                <a:latin typeface="Times New Roman" panose="02020603050405020304" pitchFamily="18" charset="0"/>
              </a:rPr>
              <a:t> quantas as </a:t>
            </a:r>
            <a:r>
              <a:rPr lang="pt-PT" altLang="en-US" sz="1800" dirty="0" err="1">
                <a:latin typeface="Times New Roman" panose="02020603050405020304" pitchFamily="18" charset="0"/>
              </a:rPr>
              <a:t>excepções</a:t>
            </a:r>
            <a:r>
              <a:rPr lang="pt-PT" altLang="en-US" sz="1800" dirty="0">
                <a:latin typeface="Times New Roman" panose="02020603050405020304" pitchFamily="18" charset="0"/>
              </a:rPr>
              <a:t> a tratar.</a:t>
            </a:r>
          </a:p>
          <a:p>
            <a:pPr lvl="1" eaLnBrk="1" hangingPunct="1">
              <a:lnSpc>
                <a:spcPct val="80000"/>
              </a:lnSpc>
              <a:buFontTx/>
              <a:buNone/>
              <a:defRPr/>
            </a:pPr>
            <a:r>
              <a:rPr lang="pt-PT" altLang="en-US" sz="1800" dirty="0">
                <a:latin typeface="Times New Roman" panose="02020603050405020304" pitchFamily="18" charset="0"/>
              </a:rPr>
              <a:t>}</a:t>
            </a:r>
          </a:p>
          <a:p>
            <a:pPr lvl="1" eaLnBrk="1" hangingPunct="1">
              <a:lnSpc>
                <a:spcPct val="80000"/>
              </a:lnSpc>
              <a:buFontTx/>
              <a:buNone/>
              <a:defRPr/>
            </a:pPr>
            <a:r>
              <a:rPr lang="pt-PT" altLang="en-US" sz="1800" b="1" dirty="0" err="1">
                <a:latin typeface="Times New Roman" panose="02020603050405020304" pitchFamily="18" charset="0"/>
              </a:rPr>
              <a:t>finally</a:t>
            </a:r>
            <a:endParaRPr lang="pt-PT" altLang="en-US" sz="1800" b="1" dirty="0">
              <a:latin typeface="Times New Roman" panose="02020603050405020304" pitchFamily="18" charset="0"/>
            </a:endParaRPr>
          </a:p>
          <a:p>
            <a:pPr lvl="1" eaLnBrk="1" hangingPunct="1">
              <a:lnSpc>
                <a:spcPct val="80000"/>
              </a:lnSpc>
              <a:buFontTx/>
              <a:buNone/>
              <a:defRPr/>
            </a:pPr>
            <a:r>
              <a:rPr lang="pt-PT" altLang="en-US" sz="1800" dirty="0">
                <a:latin typeface="Times New Roman" panose="02020603050405020304" pitchFamily="18" charset="0"/>
              </a:rPr>
              <a:t>{ </a:t>
            </a:r>
          </a:p>
          <a:p>
            <a:pPr lvl="1" eaLnBrk="1" hangingPunct="1">
              <a:lnSpc>
                <a:spcPct val="80000"/>
              </a:lnSpc>
              <a:buFontTx/>
              <a:buNone/>
              <a:defRPr/>
            </a:pPr>
            <a:r>
              <a:rPr lang="pt-PT" altLang="en-US" sz="1800" dirty="0">
                <a:latin typeface="Times New Roman" panose="02020603050405020304" pitchFamily="18" charset="0"/>
              </a:rPr>
              <a:t>            Código que é executado independentemente da ocorrência ou não</a:t>
            </a:r>
          </a:p>
          <a:p>
            <a:pPr lvl="1" eaLnBrk="1" hangingPunct="1">
              <a:lnSpc>
                <a:spcPct val="80000"/>
              </a:lnSpc>
              <a:buFontTx/>
              <a:buNone/>
              <a:defRPr/>
            </a:pPr>
            <a:r>
              <a:rPr lang="pt-PT" altLang="en-US" sz="1800" dirty="0">
                <a:latin typeface="Times New Roman" panose="02020603050405020304" pitchFamily="18" charset="0"/>
              </a:rPr>
              <a:t>            da </a:t>
            </a:r>
            <a:r>
              <a:rPr lang="pt-PT" altLang="en-US" sz="1800" dirty="0" err="1">
                <a:latin typeface="Times New Roman" panose="02020603050405020304" pitchFamily="18" charset="0"/>
              </a:rPr>
              <a:t>excepção</a:t>
            </a:r>
            <a:r>
              <a:rPr lang="pt-PT" altLang="en-US" sz="1800" dirty="0">
                <a:latin typeface="Times New Roman" panose="02020603050405020304" pitchFamily="18" charset="0"/>
              </a:rPr>
              <a:t>. Exemplo: fechar </a:t>
            </a:r>
            <a:r>
              <a:rPr lang="pt-PT" altLang="en-US" sz="1800" dirty="0" err="1">
                <a:latin typeface="Times New Roman" panose="02020603050405020304" pitchFamily="18" charset="0"/>
              </a:rPr>
              <a:t>ficheiro,etc</a:t>
            </a:r>
            <a:r>
              <a:rPr lang="pt-PT" altLang="en-US" sz="1800" dirty="0">
                <a:latin typeface="Times New Roman" panose="02020603050405020304" pitchFamily="18" charset="0"/>
              </a:rPr>
              <a:t>.</a:t>
            </a:r>
          </a:p>
          <a:p>
            <a:pPr lvl="1" eaLnBrk="1" hangingPunct="1">
              <a:lnSpc>
                <a:spcPct val="80000"/>
              </a:lnSpc>
              <a:buFontTx/>
              <a:buNone/>
              <a:defRPr/>
            </a:pPr>
            <a:r>
              <a:rPr lang="pt-PT" altLang="en-US" sz="1800" dirty="0">
                <a:latin typeface="Times New Roman" panose="02020603050405020304" pitchFamily="18" charset="0"/>
              </a:rPr>
              <a:t>}</a:t>
            </a:r>
          </a:p>
          <a:p>
            <a:pPr lvl="1" eaLnBrk="1" hangingPunct="1">
              <a:lnSpc>
                <a:spcPct val="80000"/>
              </a:lnSpc>
              <a:buFontTx/>
              <a:buNone/>
              <a:defRPr/>
            </a:pPr>
            <a:endParaRPr lang="pt-PT" altLang="en-US" sz="1800" dirty="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a:extLst>
              <a:ext uri="{FF2B5EF4-FFF2-40B4-BE49-F238E27FC236}">
                <a16:creationId xmlns:a16="http://schemas.microsoft.com/office/drawing/2014/main" id="{DE87F7A2-A4C7-4C22-A56E-424A8BA8208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8195" name="Slide Number Placeholder 5">
            <a:extLst>
              <a:ext uri="{FF2B5EF4-FFF2-40B4-BE49-F238E27FC236}">
                <a16:creationId xmlns:a16="http://schemas.microsoft.com/office/drawing/2014/main" id="{02234DF1-1FD0-4B56-9D54-1D2E50F077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37A8C5A-2502-4AD3-94F4-4163E7555675}" type="slidenum">
              <a:rPr lang="pt-PT" altLang="en-US" sz="1400"/>
              <a:pPr>
                <a:spcBef>
                  <a:spcPct val="0"/>
                </a:spcBef>
                <a:buFontTx/>
                <a:buNone/>
              </a:pPr>
              <a:t>6</a:t>
            </a:fld>
            <a:endParaRPr lang="pt-PT" altLang="en-US" sz="1400"/>
          </a:p>
        </p:txBody>
      </p:sp>
      <p:sp>
        <p:nvSpPr>
          <p:cNvPr id="8196" name="Rectangle 2">
            <a:extLst>
              <a:ext uri="{FF2B5EF4-FFF2-40B4-BE49-F238E27FC236}">
                <a16:creationId xmlns:a16="http://schemas.microsoft.com/office/drawing/2014/main" id="{D444EEC3-0775-4173-9D77-28594EEB47FB}"/>
              </a:ext>
            </a:extLst>
          </p:cNvPr>
          <p:cNvSpPr>
            <a:spLocks noGrp="1" noChangeArrowheads="1"/>
          </p:cNvSpPr>
          <p:nvPr>
            <p:ph type="title"/>
          </p:nvPr>
        </p:nvSpPr>
        <p:spPr/>
        <p:txBody>
          <a:bodyPr/>
          <a:lstStyle/>
          <a:p>
            <a:pPr eaLnBrk="1" hangingPunct="1"/>
            <a:r>
              <a:rPr lang="pt-PT" altLang="en-US" dirty="0"/>
              <a:t>Exemplo</a:t>
            </a:r>
            <a:r>
              <a:rPr lang="pt-PT" altLang="en-US" dirty="0">
                <a:latin typeface="Times New Roman" panose="02020603050405020304" pitchFamily="18" charset="0"/>
              </a:rPr>
              <a:t> try/catch</a:t>
            </a:r>
          </a:p>
        </p:txBody>
      </p:sp>
      <p:sp>
        <p:nvSpPr>
          <p:cNvPr id="8197" name="Rectangle 3">
            <a:extLst>
              <a:ext uri="{FF2B5EF4-FFF2-40B4-BE49-F238E27FC236}">
                <a16:creationId xmlns:a16="http://schemas.microsoft.com/office/drawing/2014/main" id="{24C1A4AE-ED52-4D6F-B66E-ADB5620FBA9F}"/>
              </a:ext>
            </a:extLst>
          </p:cNvPr>
          <p:cNvSpPr>
            <a:spLocks noGrp="1" noChangeArrowheads="1"/>
          </p:cNvSpPr>
          <p:nvPr>
            <p:ph type="body" idx="1"/>
          </p:nvPr>
        </p:nvSpPr>
        <p:spPr>
          <a:xfrm>
            <a:off x="457200" y="1600200"/>
            <a:ext cx="8229600" cy="4924425"/>
          </a:xfrm>
        </p:spPr>
        <p:txBody>
          <a:bodyPr/>
          <a:lstStyle/>
          <a:p>
            <a:pPr eaLnBrk="1" hangingPunct="1">
              <a:buFontTx/>
              <a:buNone/>
            </a:pPr>
            <a:r>
              <a:rPr lang="pt-PT" altLang="en-US" sz="2000" dirty="0">
                <a:solidFill>
                  <a:srgbClr val="FF0000"/>
                </a:solidFill>
                <a:latin typeface="Times New Roman" panose="02020603050405020304" pitchFamily="18" charset="0"/>
              </a:rPr>
              <a:t>try</a:t>
            </a:r>
          </a:p>
          <a:p>
            <a:pPr eaLnBrk="1" hangingPunct="1">
              <a:buFontTx/>
              <a:buNone/>
            </a:pPr>
            <a:r>
              <a:rPr lang="pt-PT" altLang="en-US" sz="2000" dirty="0">
                <a:solidFill>
                  <a:srgbClr val="FF0000"/>
                </a:solidFill>
                <a:latin typeface="Times New Roman" panose="02020603050405020304" pitchFamily="18" charset="0"/>
              </a:rPr>
              <a:t>{</a:t>
            </a:r>
          </a:p>
          <a:p>
            <a:pPr eaLnBrk="1" hangingPunct="1">
              <a:buFontTx/>
              <a:buNone/>
            </a:pPr>
            <a:r>
              <a:rPr lang="pt-PT" altLang="en-US" sz="2000" dirty="0">
                <a:solidFill>
                  <a:srgbClr val="FF0000"/>
                </a:solidFill>
                <a:latin typeface="Times New Roman" panose="02020603050405020304" pitchFamily="18" charset="0"/>
              </a:rPr>
              <a:t>	….</a:t>
            </a:r>
          </a:p>
          <a:p>
            <a:pPr eaLnBrk="1" hangingPunct="1">
              <a:buFontTx/>
              <a:buNone/>
            </a:pPr>
            <a:r>
              <a:rPr lang="pt-PT" altLang="en-US" sz="2000" dirty="0">
                <a:solidFill>
                  <a:srgbClr val="FF0000"/>
                </a:solidFill>
                <a:latin typeface="Times New Roman" panose="02020603050405020304" pitchFamily="18" charset="0"/>
              </a:rPr>
              <a:t>	….</a:t>
            </a:r>
          </a:p>
          <a:p>
            <a:pPr eaLnBrk="1" hangingPunct="1">
              <a:buFontTx/>
              <a:buNone/>
            </a:pPr>
            <a:r>
              <a:rPr lang="pt-PT" altLang="en-US" sz="2000" dirty="0">
                <a:solidFill>
                  <a:srgbClr val="FF0000"/>
                </a:solidFill>
                <a:latin typeface="Times New Roman" panose="02020603050405020304" pitchFamily="18" charset="0"/>
              </a:rPr>
              <a:t>}</a:t>
            </a:r>
          </a:p>
          <a:p>
            <a:pPr eaLnBrk="1" hangingPunct="1">
              <a:buFontTx/>
              <a:buNone/>
            </a:pPr>
            <a:r>
              <a:rPr lang="pt-PT" altLang="en-US" sz="2000" dirty="0">
                <a:solidFill>
                  <a:srgbClr val="FF0000"/>
                </a:solidFill>
                <a:latin typeface="Times New Roman" panose="02020603050405020304" pitchFamily="18" charset="0"/>
              </a:rPr>
              <a:t>catch(</a:t>
            </a:r>
            <a:r>
              <a:rPr lang="pt-PT" altLang="en-US" sz="2000" dirty="0" err="1">
                <a:solidFill>
                  <a:srgbClr val="FF0000"/>
                </a:solidFill>
                <a:latin typeface="Times New Roman" panose="02020603050405020304" pitchFamily="18" charset="0"/>
              </a:rPr>
              <a:t>ArrayIndexOutOfBoundsException</a:t>
            </a:r>
            <a:r>
              <a:rPr lang="pt-PT" altLang="en-US" sz="2000" dirty="0">
                <a:solidFill>
                  <a:srgbClr val="FF0000"/>
                </a:solidFill>
                <a:latin typeface="Times New Roman" panose="02020603050405020304" pitchFamily="18" charset="0"/>
              </a:rPr>
              <a:t> e)</a:t>
            </a:r>
          </a:p>
          <a:p>
            <a:pPr eaLnBrk="1" hangingPunct="1">
              <a:buFontTx/>
              <a:buNone/>
            </a:pPr>
            <a:r>
              <a:rPr lang="pt-PT" altLang="en-US" sz="2000" dirty="0">
                <a:solidFill>
                  <a:srgbClr val="FF0000"/>
                </a:solidFill>
                <a:latin typeface="Times New Roman" panose="02020603050405020304" pitchFamily="18" charset="0"/>
              </a:rPr>
              <a:t>{  System.out.println(“ Limite máximo de elementos atingido”); }</a:t>
            </a:r>
          </a:p>
          <a:p>
            <a:pPr eaLnBrk="1" hangingPunct="1">
              <a:buFontTx/>
              <a:buNone/>
            </a:pPr>
            <a:r>
              <a:rPr lang="pt-PT" altLang="en-US" sz="2000" dirty="0">
                <a:solidFill>
                  <a:srgbClr val="FF0000"/>
                </a:solidFill>
                <a:latin typeface="Times New Roman" panose="02020603050405020304" pitchFamily="18" charset="0"/>
              </a:rPr>
              <a:t>catch(</a:t>
            </a:r>
            <a:r>
              <a:rPr lang="pt-PT" altLang="en-US" sz="2000" dirty="0" err="1">
                <a:solidFill>
                  <a:srgbClr val="FF0000"/>
                </a:solidFill>
                <a:latin typeface="Times New Roman" panose="02020603050405020304" pitchFamily="18" charset="0"/>
              </a:rPr>
              <a:t>NumberFormatException</a:t>
            </a:r>
            <a:r>
              <a:rPr lang="pt-PT" altLang="en-US" sz="2000" dirty="0">
                <a:solidFill>
                  <a:srgbClr val="FF0000"/>
                </a:solidFill>
                <a:latin typeface="Times New Roman" panose="02020603050405020304" pitchFamily="18" charset="0"/>
              </a:rPr>
              <a:t> e)</a:t>
            </a:r>
          </a:p>
          <a:p>
            <a:pPr eaLnBrk="1" hangingPunct="1">
              <a:buFontTx/>
              <a:buNone/>
            </a:pPr>
            <a:r>
              <a:rPr lang="pt-PT" altLang="en-US" sz="2000" dirty="0">
                <a:solidFill>
                  <a:srgbClr val="FF0000"/>
                </a:solidFill>
                <a:latin typeface="Times New Roman" panose="02020603050405020304" pitchFamily="18" charset="0"/>
              </a:rPr>
              <a:t>{ System.out.println(“ Formato do valor numérico inválido”); }</a:t>
            </a:r>
          </a:p>
          <a:p>
            <a:pPr eaLnBrk="1" hangingPunct="1">
              <a:buFontTx/>
              <a:buNone/>
            </a:pPr>
            <a:r>
              <a:rPr lang="pt-PT" altLang="en-US" sz="2000" dirty="0">
                <a:solidFill>
                  <a:srgbClr val="FF0000"/>
                </a:solidFill>
                <a:latin typeface="Times New Roman" panose="02020603050405020304" pitchFamily="18" charset="0"/>
              </a:rPr>
              <a:t>catch(</a:t>
            </a:r>
            <a:r>
              <a:rPr lang="pt-PT" altLang="en-US" sz="2000" dirty="0" err="1">
                <a:solidFill>
                  <a:srgbClr val="FF0000"/>
                </a:solidFill>
                <a:latin typeface="Times New Roman" panose="02020603050405020304" pitchFamily="18" charset="0"/>
              </a:rPr>
              <a:t>NovaExcep</a:t>
            </a:r>
            <a:r>
              <a:rPr lang="pt-PT" altLang="en-US" sz="2000" dirty="0">
                <a:solidFill>
                  <a:srgbClr val="FF0000"/>
                </a:solidFill>
                <a:latin typeface="Times New Roman" panose="02020603050405020304" pitchFamily="18" charset="0"/>
              </a:rPr>
              <a:t> e)</a:t>
            </a:r>
          </a:p>
          <a:p>
            <a:pPr eaLnBrk="1" hangingPunct="1">
              <a:buFontTx/>
              <a:buNone/>
            </a:pPr>
            <a:r>
              <a:rPr lang="pt-PT" altLang="en-US" sz="2000" dirty="0">
                <a:solidFill>
                  <a:srgbClr val="FF0000"/>
                </a:solidFill>
                <a:latin typeface="Times New Roman" panose="02020603050405020304" pitchFamily="18" charset="0"/>
              </a:rPr>
              <a:t>{ System.out.println(e.getMessage()); }</a:t>
            </a:r>
          </a:p>
          <a:p>
            <a:pPr eaLnBrk="1" hangingPunct="1">
              <a:buFontTx/>
              <a:buNone/>
            </a:pPr>
            <a:r>
              <a:rPr lang="pt-PT" altLang="en-US" sz="2000" dirty="0">
                <a:solidFill>
                  <a:srgbClr val="FF0000"/>
                </a:solidFill>
                <a:latin typeface="Times New Roman" panose="02020603050405020304" pitchFamily="18" charset="0"/>
              </a:rPr>
              <a:t>….</a:t>
            </a:r>
          </a:p>
          <a:p>
            <a:pPr eaLnBrk="1" hangingPunct="1">
              <a:buFontTx/>
              <a:buNone/>
            </a:pPr>
            <a:r>
              <a:rPr lang="pt-PT" altLang="en-US" sz="2000" dirty="0">
                <a:solidFill>
                  <a:srgbClr val="FF0000"/>
                </a:solidFill>
                <a:latin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a:extLst>
              <a:ext uri="{FF2B5EF4-FFF2-40B4-BE49-F238E27FC236}">
                <a16:creationId xmlns:a16="http://schemas.microsoft.com/office/drawing/2014/main" id="{6269AC1C-05D5-46ED-A45C-718075DD4A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9219" name="Slide Number Placeholder 5">
            <a:extLst>
              <a:ext uri="{FF2B5EF4-FFF2-40B4-BE49-F238E27FC236}">
                <a16:creationId xmlns:a16="http://schemas.microsoft.com/office/drawing/2014/main" id="{506B2EF4-E9D0-4DD0-B4B3-89558B96A0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54527F1-B1AE-4012-BA59-49DACFB6B3A2}" type="slidenum">
              <a:rPr lang="pt-PT" altLang="en-US" sz="1400"/>
              <a:pPr>
                <a:spcBef>
                  <a:spcPct val="0"/>
                </a:spcBef>
                <a:buFontTx/>
                <a:buNone/>
              </a:pPr>
              <a:t>7</a:t>
            </a:fld>
            <a:endParaRPr lang="pt-PT" altLang="en-US" sz="1400"/>
          </a:p>
        </p:txBody>
      </p:sp>
      <p:sp>
        <p:nvSpPr>
          <p:cNvPr id="9220" name="Rectangle 2">
            <a:extLst>
              <a:ext uri="{FF2B5EF4-FFF2-40B4-BE49-F238E27FC236}">
                <a16:creationId xmlns:a16="http://schemas.microsoft.com/office/drawing/2014/main" id="{A47B853F-BB29-4CFE-9BD4-E96DDF163A88}"/>
              </a:ext>
            </a:extLst>
          </p:cNvPr>
          <p:cNvSpPr>
            <a:spLocks noGrp="1" noChangeArrowheads="1"/>
          </p:cNvSpPr>
          <p:nvPr>
            <p:ph type="title"/>
          </p:nvPr>
        </p:nvSpPr>
        <p:spPr/>
        <p:txBody>
          <a:bodyPr/>
          <a:lstStyle/>
          <a:p>
            <a:pPr eaLnBrk="1" hangingPunct="1"/>
            <a:r>
              <a:rPr lang="pt-PT" altLang="en-US" sz="4000"/>
              <a:t>Lançamento de excepções e definição de métodos</a:t>
            </a:r>
          </a:p>
        </p:txBody>
      </p:sp>
      <p:sp>
        <p:nvSpPr>
          <p:cNvPr id="9221" name="Rectangle 3">
            <a:extLst>
              <a:ext uri="{FF2B5EF4-FFF2-40B4-BE49-F238E27FC236}">
                <a16:creationId xmlns:a16="http://schemas.microsoft.com/office/drawing/2014/main" id="{82E35196-09EE-4269-9D6B-05CCB70E44DA}"/>
              </a:ext>
            </a:extLst>
          </p:cNvPr>
          <p:cNvSpPr>
            <a:spLocks noGrp="1" noChangeArrowheads="1"/>
          </p:cNvSpPr>
          <p:nvPr>
            <p:ph type="body" idx="1"/>
          </p:nvPr>
        </p:nvSpPr>
        <p:spPr/>
        <p:txBody>
          <a:bodyPr/>
          <a:lstStyle/>
          <a:p>
            <a:pPr eaLnBrk="1" hangingPunct="1"/>
            <a:r>
              <a:rPr lang="pt-PT" altLang="en-US" sz="2400"/>
              <a:t>Podemos ter métodos a não tratar localmente as excepções mas a delegar na entidade que envia a mensagem ao método.</a:t>
            </a:r>
          </a:p>
          <a:p>
            <a:pPr eaLnBrk="1" hangingPunct="1"/>
            <a:endParaRPr lang="pt-PT" altLang="en-US" sz="2400"/>
          </a:p>
          <a:p>
            <a:pPr eaLnBrk="1" hangingPunct="1"/>
            <a:r>
              <a:rPr lang="pt-PT" altLang="en-US" sz="2400"/>
              <a:t>Exemplo:</a:t>
            </a:r>
          </a:p>
          <a:p>
            <a:pPr lvl="1" eaLnBrk="1" hangingPunct="1">
              <a:buFontTx/>
              <a:buNone/>
            </a:pPr>
            <a:r>
              <a:rPr lang="pt-PT" altLang="en-US" sz="2000">
                <a:latin typeface="Times New Roman" panose="02020603050405020304" pitchFamily="18" charset="0"/>
              </a:rPr>
              <a:t>public double area() </a:t>
            </a:r>
            <a:r>
              <a:rPr lang="pt-PT" altLang="en-US" sz="2000" b="1">
                <a:latin typeface="Times New Roman" panose="02020603050405020304" pitchFamily="18" charset="0"/>
              </a:rPr>
              <a:t>throws</a:t>
            </a:r>
            <a:r>
              <a:rPr lang="pt-PT" altLang="en-US" sz="2000">
                <a:latin typeface="Times New Roman" panose="02020603050405020304" pitchFamily="18" charset="0"/>
              </a:rPr>
              <a:t> NumberFormatException</a:t>
            </a:r>
          </a:p>
          <a:p>
            <a:pPr lvl="1" eaLnBrk="1" hangingPunct="1">
              <a:buFontTx/>
              <a:buNone/>
            </a:pPr>
            <a:r>
              <a:rPr lang="pt-PT" altLang="en-US" sz="2000">
                <a:latin typeface="Times New Roman" panose="02020603050405020304" pitchFamily="18" charset="0"/>
              </a:rPr>
              <a:t>{</a:t>
            </a:r>
          </a:p>
          <a:p>
            <a:pPr lvl="2" eaLnBrk="1" hangingPunct="1">
              <a:buFontTx/>
              <a:buNone/>
            </a:pPr>
            <a:r>
              <a:rPr lang="pt-PT" altLang="en-US" sz="1800">
                <a:latin typeface="Times New Roman" panose="02020603050405020304" pitchFamily="18" charset="0"/>
              </a:rPr>
              <a:t>…..</a:t>
            </a:r>
          </a:p>
          <a:p>
            <a:pPr lvl="2" eaLnBrk="1" hangingPunct="1">
              <a:buFontTx/>
              <a:buNone/>
            </a:pPr>
            <a:r>
              <a:rPr lang="pt-PT" altLang="en-US" sz="1800">
                <a:latin typeface="Times New Roman" panose="02020603050405020304" pitchFamily="18" charset="0"/>
              </a:rPr>
              <a:t>….</a:t>
            </a:r>
          </a:p>
          <a:p>
            <a:pPr lvl="1" eaLnBrk="1" hangingPunct="1">
              <a:buFontTx/>
              <a:buNone/>
            </a:pPr>
            <a:r>
              <a:rPr lang="pt-PT" altLang="en-US" sz="2000">
                <a:latin typeface="Times New Roman" panose="02020603050405020304" pitchFamily="18" charset="0"/>
              </a:rPr>
              <a:t>}</a:t>
            </a:r>
          </a:p>
        </p:txBody>
      </p:sp>
      <p:sp>
        <p:nvSpPr>
          <p:cNvPr id="9222" name="AutoShape 5">
            <a:extLst>
              <a:ext uri="{FF2B5EF4-FFF2-40B4-BE49-F238E27FC236}">
                <a16:creationId xmlns:a16="http://schemas.microsoft.com/office/drawing/2014/main" id="{F081A2B7-BFD6-40AE-B726-C325957D68C0}"/>
              </a:ext>
            </a:extLst>
          </p:cNvPr>
          <p:cNvSpPr>
            <a:spLocks noChangeArrowheads="1"/>
          </p:cNvSpPr>
          <p:nvPr/>
        </p:nvSpPr>
        <p:spPr bwMode="auto">
          <a:xfrm>
            <a:off x="5938838" y="2924175"/>
            <a:ext cx="1657350" cy="576263"/>
          </a:xfrm>
          <a:prstGeom prst="wedgeRoundRectCallout">
            <a:avLst>
              <a:gd name="adj1" fmla="val -88028"/>
              <a:gd name="adj2" fmla="val 86917"/>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Nome da classe de excepção</a:t>
            </a:r>
          </a:p>
        </p:txBody>
      </p:sp>
      <p:sp>
        <p:nvSpPr>
          <p:cNvPr id="9223" name="AutoShape 6">
            <a:extLst>
              <a:ext uri="{FF2B5EF4-FFF2-40B4-BE49-F238E27FC236}">
                <a16:creationId xmlns:a16="http://schemas.microsoft.com/office/drawing/2014/main" id="{ADCEF7E3-AAA0-4412-9E88-99F523BC950D}"/>
              </a:ext>
            </a:extLst>
          </p:cNvPr>
          <p:cNvSpPr>
            <a:spLocks noChangeArrowheads="1"/>
          </p:cNvSpPr>
          <p:nvPr/>
        </p:nvSpPr>
        <p:spPr bwMode="auto">
          <a:xfrm>
            <a:off x="3924300" y="4724400"/>
            <a:ext cx="3095625" cy="865188"/>
          </a:xfrm>
          <a:prstGeom prst="wedgeRoundRectCallout">
            <a:avLst>
              <a:gd name="adj1" fmla="val -63796"/>
              <a:gd name="adj2" fmla="val -138074"/>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Palavra chave que designa lançamento da excepção para ser tratada exteriormente ao método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a:extLst>
              <a:ext uri="{FF2B5EF4-FFF2-40B4-BE49-F238E27FC236}">
                <a16:creationId xmlns:a16="http://schemas.microsoft.com/office/drawing/2014/main" id="{49F8D2D4-D14E-4AA8-BA9D-E49B238A093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0243" name="Slide Number Placeholder 5">
            <a:extLst>
              <a:ext uri="{FF2B5EF4-FFF2-40B4-BE49-F238E27FC236}">
                <a16:creationId xmlns:a16="http://schemas.microsoft.com/office/drawing/2014/main" id="{926350E9-EDD2-4340-82A8-B6C8A66F13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32B6D37-5689-48DF-B820-A063ED442A03}" type="slidenum">
              <a:rPr lang="pt-PT" altLang="en-US" sz="1400"/>
              <a:pPr>
                <a:spcBef>
                  <a:spcPct val="0"/>
                </a:spcBef>
                <a:buFontTx/>
                <a:buNone/>
              </a:pPr>
              <a:t>8</a:t>
            </a:fld>
            <a:endParaRPr lang="pt-PT" altLang="en-US" sz="1400"/>
          </a:p>
        </p:txBody>
      </p:sp>
      <p:sp>
        <p:nvSpPr>
          <p:cNvPr id="10244" name="Rectangle 2">
            <a:extLst>
              <a:ext uri="{FF2B5EF4-FFF2-40B4-BE49-F238E27FC236}">
                <a16:creationId xmlns:a16="http://schemas.microsoft.com/office/drawing/2014/main" id="{77103DCC-3A20-464E-BF94-8C20D00B3DB3}"/>
              </a:ext>
            </a:extLst>
          </p:cNvPr>
          <p:cNvSpPr>
            <a:spLocks noGrp="1" noChangeArrowheads="1"/>
          </p:cNvSpPr>
          <p:nvPr>
            <p:ph type="title"/>
          </p:nvPr>
        </p:nvSpPr>
        <p:spPr>
          <a:xfrm>
            <a:off x="457200" y="115888"/>
            <a:ext cx="8229600" cy="792162"/>
          </a:xfrm>
        </p:spPr>
        <p:txBody>
          <a:bodyPr/>
          <a:lstStyle/>
          <a:p>
            <a:pPr eaLnBrk="1" hangingPunct="1"/>
            <a:r>
              <a:rPr lang="pt-PT" altLang="en-US" sz="3200"/>
              <a:t>Excepções representativas de violações semânticas</a:t>
            </a:r>
          </a:p>
        </p:txBody>
      </p:sp>
      <p:sp>
        <p:nvSpPr>
          <p:cNvPr id="10245" name="Rectangle 3">
            <a:extLst>
              <a:ext uri="{FF2B5EF4-FFF2-40B4-BE49-F238E27FC236}">
                <a16:creationId xmlns:a16="http://schemas.microsoft.com/office/drawing/2014/main" id="{E753B87E-2707-423F-B891-DBC9F554975F}"/>
              </a:ext>
            </a:extLst>
          </p:cNvPr>
          <p:cNvSpPr>
            <a:spLocks noGrp="1" noChangeArrowheads="1"/>
          </p:cNvSpPr>
          <p:nvPr>
            <p:ph type="body" idx="1"/>
          </p:nvPr>
        </p:nvSpPr>
        <p:spPr>
          <a:xfrm>
            <a:off x="457200" y="909638"/>
            <a:ext cx="8229600" cy="5832475"/>
          </a:xfrm>
        </p:spPr>
        <p:txBody>
          <a:bodyPr/>
          <a:lstStyle/>
          <a:p>
            <a:pPr eaLnBrk="1" hangingPunct="1">
              <a:lnSpc>
                <a:spcPct val="80000"/>
              </a:lnSpc>
            </a:pPr>
            <a:r>
              <a:rPr lang="pt-PT" altLang="en-US" sz="2000"/>
              <a:t>Por vezes, podemos usar as excepções como indicadores de situações anómalas que ocorrem durante a execução do nosso programa.</a:t>
            </a:r>
          </a:p>
          <a:p>
            <a:pPr eaLnBrk="1" hangingPunct="1">
              <a:lnSpc>
                <a:spcPct val="80000"/>
              </a:lnSpc>
            </a:pPr>
            <a:r>
              <a:rPr lang="pt-PT" altLang="en-US" sz="2000"/>
              <a:t>Estas situações de erro são representadas por excepções definidas pelo programador. Os erros são de definição própria dentro do contexto do programa e.g. o utilizador escolher uma opção não esperado num menu de escolha.</a:t>
            </a:r>
          </a:p>
          <a:p>
            <a:pPr eaLnBrk="1" hangingPunct="1">
              <a:lnSpc>
                <a:spcPct val="80000"/>
              </a:lnSpc>
            </a:pPr>
            <a:endParaRPr lang="pt-PT" altLang="en-US" sz="1800"/>
          </a:p>
          <a:p>
            <a:pPr eaLnBrk="1" hangingPunct="1">
              <a:lnSpc>
                <a:spcPct val="80000"/>
              </a:lnSpc>
            </a:pPr>
            <a:r>
              <a:rPr lang="pt-PT" altLang="en-US" sz="2000"/>
              <a:t>Exemplo</a:t>
            </a:r>
            <a:r>
              <a:rPr lang="pt-PT" altLang="en-US" sz="1800"/>
              <a:t>:</a:t>
            </a:r>
          </a:p>
          <a:p>
            <a:pPr eaLnBrk="1" hangingPunct="1">
              <a:lnSpc>
                <a:spcPct val="80000"/>
              </a:lnSpc>
            </a:pPr>
            <a:endParaRPr lang="pt-PT" altLang="en-US" sz="1800"/>
          </a:p>
          <a:p>
            <a:pPr lvl="1" eaLnBrk="1" hangingPunct="1">
              <a:lnSpc>
                <a:spcPct val="80000"/>
              </a:lnSpc>
              <a:buFontTx/>
              <a:buNone/>
            </a:pPr>
            <a:r>
              <a:rPr lang="pt-PT" altLang="en-US" sz="1800">
                <a:latin typeface="Times New Roman" panose="02020603050405020304" pitchFamily="18" charset="0"/>
              </a:rPr>
              <a:t>public class Stack</a:t>
            </a:r>
          </a:p>
          <a:p>
            <a:pPr lvl="1" eaLnBrk="1" hangingPunct="1">
              <a:lnSpc>
                <a:spcPct val="80000"/>
              </a:lnSpc>
              <a:buFontTx/>
              <a:buNone/>
            </a:pPr>
            <a:r>
              <a:rPr lang="pt-PT" altLang="en-US" sz="1800">
                <a:latin typeface="Times New Roman" panose="02020603050405020304" pitchFamily="18" charset="0"/>
              </a:rPr>
              <a:t>{</a:t>
            </a:r>
          </a:p>
          <a:p>
            <a:pPr lvl="1" eaLnBrk="1" hangingPunct="1">
              <a:lnSpc>
                <a:spcPct val="80000"/>
              </a:lnSpc>
              <a:buFontTx/>
              <a:buNone/>
            </a:pPr>
            <a:r>
              <a:rPr lang="pt-PT" altLang="en-US" sz="1800">
                <a:latin typeface="Times New Roman" panose="02020603050405020304" pitchFamily="18" charset="0"/>
              </a:rPr>
              <a:t>	......</a:t>
            </a:r>
          </a:p>
          <a:p>
            <a:pPr lvl="1" eaLnBrk="1" hangingPunct="1">
              <a:lnSpc>
                <a:spcPct val="80000"/>
              </a:lnSpc>
              <a:buFontTx/>
              <a:buNone/>
            </a:pPr>
            <a:r>
              <a:rPr lang="pt-PT" altLang="en-US" sz="1800">
                <a:latin typeface="Times New Roman" panose="02020603050405020304" pitchFamily="18" charset="0"/>
              </a:rPr>
              <a:t>	public Object pop() </a:t>
            </a:r>
            <a:r>
              <a:rPr lang="pt-PT" altLang="en-US" sz="1800" b="1">
                <a:latin typeface="Times New Roman" panose="02020603050405020304" pitchFamily="18" charset="0"/>
              </a:rPr>
              <a:t>throws</a:t>
            </a:r>
            <a:r>
              <a:rPr lang="pt-PT" altLang="en-US" sz="1800">
                <a:latin typeface="Times New Roman" panose="02020603050405020304" pitchFamily="18" charset="0"/>
              </a:rPr>
              <a:t> emptyStackException</a:t>
            </a:r>
          </a:p>
          <a:p>
            <a:pPr lvl="1" eaLnBrk="1" hangingPunct="1">
              <a:lnSpc>
                <a:spcPct val="80000"/>
              </a:lnSpc>
              <a:buFontTx/>
              <a:buNone/>
            </a:pPr>
            <a:r>
              <a:rPr lang="pt-PT" altLang="en-US" sz="1800">
                <a:latin typeface="Times New Roman" panose="02020603050405020304" pitchFamily="18" charset="0"/>
              </a:rPr>
              <a:t>	{</a:t>
            </a:r>
          </a:p>
          <a:p>
            <a:pPr lvl="1" eaLnBrk="1" hangingPunct="1">
              <a:lnSpc>
                <a:spcPct val="80000"/>
              </a:lnSpc>
              <a:buFontTx/>
              <a:buNone/>
            </a:pPr>
            <a:r>
              <a:rPr lang="pt-PT" altLang="en-US" sz="1800">
                <a:latin typeface="Times New Roman" panose="02020603050405020304" pitchFamily="18" charset="0"/>
              </a:rPr>
              <a:t>		if(this.empty())</a:t>
            </a:r>
          </a:p>
          <a:p>
            <a:pPr lvl="1" eaLnBrk="1" hangingPunct="1">
              <a:lnSpc>
                <a:spcPct val="80000"/>
              </a:lnSpc>
              <a:buFontTx/>
              <a:buNone/>
            </a:pPr>
            <a:r>
              <a:rPr lang="pt-PT" altLang="en-US" sz="1800">
                <a:latin typeface="Times New Roman" panose="02020603050405020304" pitchFamily="18" charset="0"/>
              </a:rPr>
              <a:t>			</a:t>
            </a:r>
            <a:r>
              <a:rPr lang="pt-PT" altLang="en-US" sz="1800" b="1">
                <a:latin typeface="Times New Roman" panose="02020603050405020304" pitchFamily="18" charset="0"/>
              </a:rPr>
              <a:t>throw</a:t>
            </a:r>
            <a:r>
              <a:rPr lang="pt-PT" altLang="en-US" sz="1800">
                <a:latin typeface="Times New Roman" panose="02020603050405020304" pitchFamily="18" charset="0"/>
              </a:rPr>
              <a:t> new emptyStackException();</a:t>
            </a:r>
          </a:p>
          <a:p>
            <a:pPr lvl="1" eaLnBrk="1" hangingPunct="1">
              <a:lnSpc>
                <a:spcPct val="80000"/>
              </a:lnSpc>
              <a:buFontTx/>
              <a:buNone/>
            </a:pPr>
            <a:r>
              <a:rPr lang="pt-PT" altLang="en-US" sz="1800">
                <a:latin typeface="Times New Roman" panose="02020603050405020304" pitchFamily="18" charset="0"/>
              </a:rPr>
              <a:t>		else</a:t>
            </a:r>
          </a:p>
          <a:p>
            <a:pPr lvl="1" eaLnBrk="1" hangingPunct="1">
              <a:lnSpc>
                <a:spcPct val="80000"/>
              </a:lnSpc>
              <a:buFontTx/>
              <a:buNone/>
            </a:pPr>
            <a:r>
              <a:rPr lang="pt-PT" altLang="en-US" sz="1800">
                <a:latin typeface="Times New Roman" panose="02020603050405020304" pitchFamily="18" charset="0"/>
              </a:rPr>
              <a:t>			numElem -=1;</a:t>
            </a:r>
          </a:p>
          <a:p>
            <a:pPr lvl="1" eaLnBrk="1" hangingPunct="1">
              <a:lnSpc>
                <a:spcPct val="80000"/>
              </a:lnSpc>
              <a:buFontTx/>
              <a:buNone/>
            </a:pPr>
            <a:r>
              <a:rPr lang="pt-PT" altLang="en-US" sz="1800">
                <a:latin typeface="Times New Roman" panose="02020603050405020304" pitchFamily="18" charset="0"/>
              </a:rPr>
              <a:t>	}</a:t>
            </a:r>
          </a:p>
          <a:p>
            <a:pPr lvl="1" eaLnBrk="1" hangingPunct="1">
              <a:lnSpc>
                <a:spcPct val="80000"/>
              </a:lnSpc>
              <a:buFontTx/>
              <a:buNone/>
            </a:pPr>
            <a:r>
              <a:rPr lang="pt-PT" altLang="en-US" sz="1800">
                <a:latin typeface="Times New Roman" panose="02020603050405020304" pitchFamily="18" charset="0"/>
              </a:rPr>
              <a:t>}</a:t>
            </a:r>
          </a:p>
        </p:txBody>
      </p:sp>
      <p:sp>
        <p:nvSpPr>
          <p:cNvPr id="10246" name="AutoShape 5">
            <a:extLst>
              <a:ext uri="{FF2B5EF4-FFF2-40B4-BE49-F238E27FC236}">
                <a16:creationId xmlns:a16="http://schemas.microsoft.com/office/drawing/2014/main" id="{DE1FB813-141A-49AD-BF08-FF5454C705BF}"/>
              </a:ext>
            </a:extLst>
          </p:cNvPr>
          <p:cNvSpPr>
            <a:spLocks noChangeArrowheads="1"/>
          </p:cNvSpPr>
          <p:nvPr/>
        </p:nvSpPr>
        <p:spPr bwMode="auto">
          <a:xfrm>
            <a:off x="3924300" y="3573463"/>
            <a:ext cx="2735263" cy="576262"/>
          </a:xfrm>
          <a:prstGeom prst="wedgeRoundRectCallout">
            <a:avLst>
              <a:gd name="adj1" fmla="val -56384"/>
              <a:gd name="adj2" fmla="val 106199"/>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Indicação que lança a excepção para o exterior</a:t>
            </a:r>
          </a:p>
        </p:txBody>
      </p:sp>
      <p:sp>
        <p:nvSpPr>
          <p:cNvPr id="10247" name="AutoShape 6">
            <a:extLst>
              <a:ext uri="{FF2B5EF4-FFF2-40B4-BE49-F238E27FC236}">
                <a16:creationId xmlns:a16="http://schemas.microsoft.com/office/drawing/2014/main" id="{9B2CBD2A-8622-490B-8591-B2363D807826}"/>
              </a:ext>
            </a:extLst>
          </p:cNvPr>
          <p:cNvSpPr>
            <a:spLocks noChangeArrowheads="1"/>
          </p:cNvSpPr>
          <p:nvPr/>
        </p:nvSpPr>
        <p:spPr bwMode="auto">
          <a:xfrm>
            <a:off x="5435600" y="5948363"/>
            <a:ext cx="2808288" cy="576262"/>
          </a:xfrm>
          <a:prstGeom prst="wedgeRoundRectCallout">
            <a:avLst>
              <a:gd name="adj1" fmla="val -125185"/>
              <a:gd name="adj2" fmla="val -128514"/>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Criação de uma instância da excepção e seu lançamento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a:extLst>
              <a:ext uri="{FF2B5EF4-FFF2-40B4-BE49-F238E27FC236}">
                <a16:creationId xmlns:a16="http://schemas.microsoft.com/office/drawing/2014/main" id="{3D163730-E674-4669-81DB-7209E2B82C7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1267" name="Slide Number Placeholder 5">
            <a:extLst>
              <a:ext uri="{FF2B5EF4-FFF2-40B4-BE49-F238E27FC236}">
                <a16:creationId xmlns:a16="http://schemas.microsoft.com/office/drawing/2014/main" id="{F999F141-1CB5-4A40-A575-345ED3DC27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7214AF1-061B-4788-97C4-6503D28ADD78}" type="slidenum">
              <a:rPr lang="pt-PT" altLang="en-US" sz="1400"/>
              <a:pPr>
                <a:spcBef>
                  <a:spcPct val="0"/>
                </a:spcBef>
                <a:buFontTx/>
                <a:buNone/>
              </a:pPr>
              <a:t>9</a:t>
            </a:fld>
            <a:endParaRPr lang="pt-PT" altLang="en-US" sz="1400"/>
          </a:p>
        </p:txBody>
      </p:sp>
      <p:sp>
        <p:nvSpPr>
          <p:cNvPr id="11268" name="Rectangle 2">
            <a:extLst>
              <a:ext uri="{FF2B5EF4-FFF2-40B4-BE49-F238E27FC236}">
                <a16:creationId xmlns:a16="http://schemas.microsoft.com/office/drawing/2014/main" id="{B97CB7A0-FA7B-47D5-8F46-D110E77EEF21}"/>
              </a:ext>
            </a:extLst>
          </p:cNvPr>
          <p:cNvSpPr>
            <a:spLocks noGrp="1" noChangeArrowheads="1"/>
          </p:cNvSpPr>
          <p:nvPr>
            <p:ph type="title"/>
          </p:nvPr>
        </p:nvSpPr>
        <p:spPr/>
        <p:txBody>
          <a:bodyPr/>
          <a:lstStyle/>
          <a:p>
            <a:pPr eaLnBrk="1" hangingPunct="1"/>
            <a:r>
              <a:rPr lang="pt-PT" altLang="en-US" sz="4000"/>
              <a:t>Classes representativas de Excepção</a:t>
            </a:r>
          </a:p>
        </p:txBody>
      </p:sp>
      <p:sp>
        <p:nvSpPr>
          <p:cNvPr id="11269" name="Rectangle 3">
            <a:extLst>
              <a:ext uri="{FF2B5EF4-FFF2-40B4-BE49-F238E27FC236}">
                <a16:creationId xmlns:a16="http://schemas.microsoft.com/office/drawing/2014/main" id="{56ECBC83-BB63-4CF7-9C75-FB9710164758}"/>
              </a:ext>
            </a:extLst>
          </p:cNvPr>
          <p:cNvSpPr>
            <a:spLocks noGrp="1" noChangeArrowheads="1"/>
          </p:cNvSpPr>
          <p:nvPr>
            <p:ph type="body" idx="1"/>
          </p:nvPr>
        </p:nvSpPr>
        <p:spPr/>
        <p:txBody>
          <a:bodyPr/>
          <a:lstStyle/>
          <a:p>
            <a:pPr eaLnBrk="1" hangingPunct="1">
              <a:lnSpc>
                <a:spcPct val="80000"/>
              </a:lnSpc>
            </a:pPr>
            <a:r>
              <a:rPr lang="pt-PT" altLang="en-US" sz="2000"/>
              <a:t>Quando pretendemos definir uma excepção representativa de uma violação semântica do nosso ambiente definimos uma nova classe.</a:t>
            </a:r>
          </a:p>
          <a:p>
            <a:pPr eaLnBrk="1" hangingPunct="1">
              <a:lnSpc>
                <a:spcPct val="80000"/>
              </a:lnSpc>
            </a:pPr>
            <a:endParaRPr lang="pt-PT" altLang="en-US" sz="2000"/>
          </a:p>
          <a:p>
            <a:pPr lvl="2" eaLnBrk="1" hangingPunct="1">
              <a:lnSpc>
                <a:spcPct val="80000"/>
              </a:lnSpc>
              <a:buFontTx/>
              <a:buNone/>
            </a:pPr>
            <a:r>
              <a:rPr lang="pt-PT" altLang="en-US" sz="2000">
                <a:latin typeface="Times New Roman" panose="02020603050405020304" pitchFamily="18" charset="0"/>
              </a:rPr>
              <a:t>class NovaExcep extends Exception</a:t>
            </a:r>
          </a:p>
          <a:p>
            <a:pPr lvl="2" eaLnBrk="1" hangingPunct="1">
              <a:lnSpc>
                <a:spcPct val="80000"/>
              </a:lnSpc>
              <a:buFontTx/>
              <a:buNone/>
            </a:pPr>
            <a:r>
              <a:rPr lang="pt-PT" altLang="en-US" sz="2000">
                <a:latin typeface="Times New Roman" panose="02020603050405020304" pitchFamily="18" charset="0"/>
              </a:rPr>
              <a:t>{</a:t>
            </a:r>
          </a:p>
          <a:p>
            <a:pPr lvl="3" eaLnBrk="1" hangingPunct="1">
              <a:lnSpc>
                <a:spcPct val="80000"/>
              </a:lnSpc>
              <a:buFontTx/>
              <a:buNone/>
            </a:pPr>
            <a:r>
              <a:rPr lang="pt-PT" altLang="en-US">
                <a:latin typeface="Times New Roman" panose="02020603050405020304" pitchFamily="18" charset="0"/>
              </a:rPr>
              <a:t>		NovaExcep()</a:t>
            </a:r>
          </a:p>
          <a:p>
            <a:pPr lvl="3" eaLnBrk="1" hangingPunct="1">
              <a:lnSpc>
                <a:spcPct val="80000"/>
              </a:lnSpc>
              <a:buFontTx/>
              <a:buNone/>
            </a:pPr>
            <a:r>
              <a:rPr lang="pt-PT" altLang="en-US">
                <a:latin typeface="Times New Roman" panose="02020603050405020304" pitchFamily="18" charset="0"/>
              </a:rPr>
              <a:t>		{ super(); }</a:t>
            </a:r>
          </a:p>
          <a:p>
            <a:pPr lvl="2" eaLnBrk="1" hangingPunct="1">
              <a:lnSpc>
                <a:spcPct val="80000"/>
              </a:lnSpc>
              <a:buFontTx/>
              <a:buNone/>
            </a:pPr>
            <a:r>
              <a:rPr lang="pt-PT" altLang="en-US" sz="2000">
                <a:latin typeface="Times New Roman" panose="02020603050405020304" pitchFamily="18" charset="0"/>
              </a:rPr>
              <a:t>		NovaExcep(String s)</a:t>
            </a:r>
          </a:p>
          <a:p>
            <a:pPr lvl="2" eaLnBrk="1" hangingPunct="1">
              <a:lnSpc>
                <a:spcPct val="80000"/>
              </a:lnSpc>
              <a:buFontTx/>
              <a:buNone/>
            </a:pPr>
            <a:r>
              <a:rPr lang="pt-PT" altLang="en-US" sz="2000">
                <a:latin typeface="Times New Roman" panose="02020603050405020304" pitchFamily="18" charset="0"/>
              </a:rPr>
              <a:t>		{ super(s); }</a:t>
            </a:r>
          </a:p>
          <a:p>
            <a:pPr lvl="2" eaLnBrk="1" hangingPunct="1">
              <a:lnSpc>
                <a:spcPct val="80000"/>
              </a:lnSpc>
              <a:buFontTx/>
              <a:buNone/>
            </a:pPr>
            <a:r>
              <a:rPr lang="pt-PT" altLang="en-US" sz="2000">
                <a:latin typeface="Times New Roman" panose="02020603050405020304" pitchFamily="18" charset="0"/>
              </a:rPr>
              <a:t>}</a:t>
            </a:r>
          </a:p>
          <a:p>
            <a:pPr lvl="2" eaLnBrk="1" hangingPunct="1">
              <a:lnSpc>
                <a:spcPct val="80000"/>
              </a:lnSpc>
              <a:buFontTx/>
              <a:buNone/>
            </a:pPr>
            <a:endParaRPr lang="pt-PT" altLang="en-US" sz="2000">
              <a:latin typeface="Times New Roman" panose="02020603050405020304" pitchFamily="18" charset="0"/>
            </a:endParaRPr>
          </a:p>
          <a:p>
            <a:pPr lvl="2" eaLnBrk="1" hangingPunct="1">
              <a:lnSpc>
                <a:spcPct val="80000"/>
              </a:lnSpc>
              <a:buFontTx/>
              <a:buNone/>
            </a:pPr>
            <a:endParaRPr lang="pt-PT" altLang="en-US" sz="2000">
              <a:latin typeface="Times New Roman" panose="02020603050405020304" pitchFamily="18" charset="0"/>
            </a:endParaRPr>
          </a:p>
          <a:p>
            <a:pPr eaLnBrk="1" hangingPunct="1">
              <a:lnSpc>
                <a:spcPct val="80000"/>
              </a:lnSpc>
            </a:pPr>
            <a:r>
              <a:rPr lang="pt-PT" altLang="en-US" sz="2000"/>
              <a:t>Existe um método </a:t>
            </a:r>
            <a:r>
              <a:rPr lang="pt-PT" altLang="en-US" sz="2000">
                <a:latin typeface="Times New Roman" panose="02020603050405020304" pitchFamily="18" charset="0"/>
              </a:rPr>
              <a:t>getMessage()</a:t>
            </a:r>
            <a:r>
              <a:rPr lang="pt-PT" altLang="en-US" sz="2000"/>
              <a:t> definido em </a:t>
            </a:r>
            <a:r>
              <a:rPr lang="pt-PT" altLang="en-US" sz="2000">
                <a:latin typeface="Times New Roman" panose="02020603050405020304" pitchFamily="18" charset="0"/>
              </a:rPr>
              <a:t>Exception</a:t>
            </a:r>
            <a:r>
              <a:rPr lang="pt-PT" altLang="en-US" sz="2000"/>
              <a:t> que contém a mensagem de erro correspondente à violação ou erro.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a:extLst>
              <a:ext uri="{FF2B5EF4-FFF2-40B4-BE49-F238E27FC236}">
                <a16:creationId xmlns:a16="http://schemas.microsoft.com/office/drawing/2014/main" id="{3261290C-15E0-472D-862F-E17E4D22E5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2291" name="Slide Number Placeholder 5">
            <a:extLst>
              <a:ext uri="{FF2B5EF4-FFF2-40B4-BE49-F238E27FC236}">
                <a16:creationId xmlns:a16="http://schemas.microsoft.com/office/drawing/2014/main" id="{D6DA3DC1-A3FB-4232-870F-A353F298F3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69D7638-7A62-4454-A302-886BFF779540}" type="slidenum">
              <a:rPr lang="pt-PT" altLang="en-US" sz="1400"/>
              <a:pPr>
                <a:spcBef>
                  <a:spcPct val="0"/>
                </a:spcBef>
                <a:buFontTx/>
                <a:buNone/>
              </a:pPr>
              <a:t>10</a:t>
            </a:fld>
            <a:endParaRPr lang="pt-PT" altLang="en-US" sz="1400"/>
          </a:p>
        </p:txBody>
      </p:sp>
      <p:sp>
        <p:nvSpPr>
          <p:cNvPr id="12292" name="Rectangle 2">
            <a:extLst>
              <a:ext uri="{FF2B5EF4-FFF2-40B4-BE49-F238E27FC236}">
                <a16:creationId xmlns:a16="http://schemas.microsoft.com/office/drawing/2014/main" id="{F59A122B-6866-4A0E-AC67-7145FB397483}"/>
              </a:ext>
            </a:extLst>
          </p:cNvPr>
          <p:cNvSpPr>
            <a:spLocks noGrp="1" noChangeArrowheads="1"/>
          </p:cNvSpPr>
          <p:nvPr>
            <p:ph type="title"/>
          </p:nvPr>
        </p:nvSpPr>
        <p:spPr>
          <a:xfrm>
            <a:off x="457200" y="115888"/>
            <a:ext cx="8229600" cy="1143000"/>
          </a:xfrm>
        </p:spPr>
        <p:txBody>
          <a:bodyPr/>
          <a:lstStyle/>
          <a:p>
            <a:pPr eaLnBrk="1" hangingPunct="1"/>
            <a:r>
              <a:rPr lang="pt-PT" altLang="en-US" sz="6000"/>
              <a:t>Streams</a:t>
            </a:r>
          </a:p>
        </p:txBody>
      </p:sp>
      <p:sp>
        <p:nvSpPr>
          <p:cNvPr id="12293" name="Rectangle 3">
            <a:extLst>
              <a:ext uri="{FF2B5EF4-FFF2-40B4-BE49-F238E27FC236}">
                <a16:creationId xmlns:a16="http://schemas.microsoft.com/office/drawing/2014/main" id="{AC7C7FF7-9F89-4F24-8CFC-08C1BA20681C}"/>
              </a:ext>
            </a:extLst>
          </p:cNvPr>
          <p:cNvSpPr>
            <a:spLocks noGrp="1" noChangeArrowheads="1"/>
          </p:cNvSpPr>
          <p:nvPr>
            <p:ph type="body" idx="1"/>
          </p:nvPr>
        </p:nvSpPr>
        <p:spPr>
          <a:xfrm>
            <a:off x="519113" y="1412875"/>
            <a:ext cx="8229600" cy="5400675"/>
          </a:xfrm>
        </p:spPr>
        <p:txBody>
          <a:bodyPr/>
          <a:lstStyle/>
          <a:p>
            <a:pPr eaLnBrk="1" hangingPunct="1">
              <a:lnSpc>
                <a:spcPct val="80000"/>
              </a:lnSpc>
            </a:pPr>
            <a:r>
              <a:rPr lang="pt-PT" altLang="en-US" sz="2400"/>
              <a:t>Resume em Java todas as considerações sobre I/O de dados.</a:t>
            </a:r>
          </a:p>
          <a:p>
            <a:pPr eaLnBrk="1" hangingPunct="1">
              <a:lnSpc>
                <a:spcPct val="80000"/>
              </a:lnSpc>
            </a:pPr>
            <a:r>
              <a:rPr lang="pt-PT" altLang="en-US" sz="2400"/>
              <a:t>Noção de Stream: </a:t>
            </a:r>
          </a:p>
          <a:p>
            <a:pPr lvl="2" eaLnBrk="1" hangingPunct="1">
              <a:lnSpc>
                <a:spcPct val="80000"/>
              </a:lnSpc>
            </a:pPr>
            <a:r>
              <a:rPr lang="pt-PT" altLang="en-US"/>
              <a:t>abstracção que representa fonte/destino de dados do tipo sequencial e independente dos dispositivos físicos.</a:t>
            </a:r>
          </a:p>
          <a:p>
            <a:pPr eaLnBrk="1" hangingPunct="1">
              <a:lnSpc>
                <a:spcPct val="80000"/>
              </a:lnSpc>
            </a:pPr>
            <a:r>
              <a:rPr lang="pt-PT" altLang="en-US" sz="2400"/>
              <a:t>Como abstracção que é tem de ser redefinida e concretizada!</a:t>
            </a:r>
          </a:p>
          <a:p>
            <a:pPr eaLnBrk="1" hangingPunct="1">
              <a:lnSpc>
                <a:spcPct val="80000"/>
              </a:lnSpc>
            </a:pPr>
            <a:r>
              <a:rPr lang="pt-PT" altLang="en-US" sz="2400"/>
              <a:t>Package = </a:t>
            </a:r>
            <a:r>
              <a:rPr lang="pt-PT" altLang="en-US" sz="2400">
                <a:latin typeface="Times New Roman" panose="02020603050405020304" pitchFamily="18" charset="0"/>
              </a:rPr>
              <a:t>java.io</a:t>
            </a:r>
          </a:p>
          <a:p>
            <a:pPr eaLnBrk="1" hangingPunct="1">
              <a:lnSpc>
                <a:spcPct val="80000"/>
              </a:lnSpc>
            </a:pPr>
            <a:r>
              <a:rPr lang="pt-PT" altLang="en-US" sz="2400"/>
              <a:t>Duas grandes divisões (classes):</a:t>
            </a:r>
          </a:p>
          <a:p>
            <a:pPr lvl="1" eaLnBrk="1" hangingPunct="1">
              <a:lnSpc>
                <a:spcPct val="80000"/>
              </a:lnSpc>
            </a:pPr>
            <a:r>
              <a:rPr lang="pt-PT" altLang="en-US" sz="2400">
                <a:latin typeface="Times New Roman" panose="02020603050405020304" pitchFamily="18" charset="0"/>
              </a:rPr>
              <a:t>InputStream</a:t>
            </a:r>
          </a:p>
          <a:p>
            <a:pPr lvl="1" eaLnBrk="1" hangingPunct="1">
              <a:lnSpc>
                <a:spcPct val="80000"/>
              </a:lnSpc>
            </a:pPr>
            <a:r>
              <a:rPr lang="pt-PT" altLang="en-US" sz="2400">
                <a:latin typeface="Times New Roman" panose="02020603050405020304" pitchFamily="18" charset="0"/>
              </a:rPr>
              <a:t>OutputStream</a:t>
            </a:r>
          </a:p>
          <a:p>
            <a:pPr eaLnBrk="1" hangingPunct="1">
              <a:lnSpc>
                <a:spcPct val="80000"/>
              </a:lnSpc>
            </a:pPr>
            <a:r>
              <a:rPr lang="pt-PT" altLang="en-US" sz="2400"/>
              <a:t>Duas classes de streams:</a:t>
            </a:r>
          </a:p>
          <a:p>
            <a:pPr lvl="1" eaLnBrk="1" hangingPunct="1">
              <a:lnSpc>
                <a:spcPct val="80000"/>
              </a:lnSpc>
            </a:pPr>
            <a:r>
              <a:rPr lang="pt-PT" altLang="en-US" sz="2400"/>
              <a:t>Streams de texto;</a:t>
            </a:r>
          </a:p>
          <a:p>
            <a:pPr lvl="1" eaLnBrk="1" hangingPunct="1">
              <a:lnSpc>
                <a:spcPct val="80000"/>
              </a:lnSpc>
            </a:pPr>
            <a:r>
              <a:rPr lang="pt-PT" altLang="en-US" sz="2400"/>
              <a:t>Streams de bytes.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a:extLst>
              <a:ext uri="{FF2B5EF4-FFF2-40B4-BE49-F238E27FC236}">
                <a16:creationId xmlns:a16="http://schemas.microsoft.com/office/drawing/2014/main" id="{DB30F1A8-5C99-4EA1-B484-17B34DAA079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3315" name="Slide Number Placeholder 5">
            <a:extLst>
              <a:ext uri="{FF2B5EF4-FFF2-40B4-BE49-F238E27FC236}">
                <a16:creationId xmlns:a16="http://schemas.microsoft.com/office/drawing/2014/main" id="{748BD71D-924E-4D4F-A933-A0C04E853C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DFC3ACD-B280-40DE-AD0A-C39C5D0620B6}" type="slidenum">
              <a:rPr lang="pt-PT" altLang="en-US" sz="1400"/>
              <a:pPr>
                <a:spcBef>
                  <a:spcPct val="0"/>
                </a:spcBef>
                <a:buFontTx/>
                <a:buNone/>
              </a:pPr>
              <a:t>11</a:t>
            </a:fld>
            <a:endParaRPr lang="pt-PT" altLang="en-US" sz="1400"/>
          </a:p>
        </p:txBody>
      </p:sp>
      <p:sp>
        <p:nvSpPr>
          <p:cNvPr id="13316" name="Rectangle 2">
            <a:extLst>
              <a:ext uri="{FF2B5EF4-FFF2-40B4-BE49-F238E27FC236}">
                <a16:creationId xmlns:a16="http://schemas.microsoft.com/office/drawing/2014/main" id="{EBCF4C39-FACB-4493-BA74-630BED0D85C9}"/>
              </a:ext>
            </a:extLst>
          </p:cNvPr>
          <p:cNvSpPr>
            <a:spLocks noGrp="1" noChangeArrowheads="1"/>
          </p:cNvSpPr>
          <p:nvPr>
            <p:ph type="title"/>
          </p:nvPr>
        </p:nvSpPr>
        <p:spPr>
          <a:xfrm>
            <a:off x="457200" y="115888"/>
            <a:ext cx="8229600" cy="1143000"/>
          </a:xfrm>
        </p:spPr>
        <p:txBody>
          <a:bodyPr/>
          <a:lstStyle/>
          <a:p>
            <a:pPr eaLnBrk="1" hangingPunct="1"/>
            <a:r>
              <a:rPr lang="pt-PT" altLang="en-US"/>
              <a:t>Classes Não Stream</a:t>
            </a:r>
          </a:p>
        </p:txBody>
      </p:sp>
      <p:sp>
        <p:nvSpPr>
          <p:cNvPr id="13317" name="Rectangle 3">
            <a:extLst>
              <a:ext uri="{FF2B5EF4-FFF2-40B4-BE49-F238E27FC236}">
                <a16:creationId xmlns:a16="http://schemas.microsoft.com/office/drawing/2014/main" id="{3B9CA4FE-C7EB-46EF-8529-33E3D1E3FEF5}"/>
              </a:ext>
            </a:extLst>
          </p:cNvPr>
          <p:cNvSpPr>
            <a:spLocks noGrp="1" noChangeArrowheads="1"/>
          </p:cNvSpPr>
          <p:nvPr>
            <p:ph type="body" idx="1"/>
          </p:nvPr>
        </p:nvSpPr>
        <p:spPr>
          <a:xfrm>
            <a:off x="457200" y="1196975"/>
            <a:ext cx="8229600" cy="4929188"/>
          </a:xfrm>
        </p:spPr>
        <p:txBody>
          <a:bodyPr/>
          <a:lstStyle/>
          <a:p>
            <a:pPr eaLnBrk="1" hangingPunct="1">
              <a:lnSpc>
                <a:spcPct val="90000"/>
              </a:lnSpc>
            </a:pPr>
            <a:r>
              <a:rPr lang="pt-PT" altLang="en-US" sz="2000"/>
              <a:t>Existem classes de tratamento de ficheiros que não são subclasses de </a:t>
            </a:r>
            <a:r>
              <a:rPr lang="pt-PT" altLang="en-US" sz="2000">
                <a:latin typeface="Times New Roman" panose="02020603050405020304" pitchFamily="18" charset="0"/>
              </a:rPr>
              <a:t>InputStream</a:t>
            </a:r>
            <a:r>
              <a:rPr lang="pt-PT" altLang="en-US" sz="2000"/>
              <a:t> ou </a:t>
            </a:r>
            <a:r>
              <a:rPr lang="pt-PT" altLang="en-US" sz="2000">
                <a:latin typeface="Times New Roman" panose="02020603050405020304" pitchFamily="18" charset="0"/>
              </a:rPr>
              <a:t>OutputStream</a:t>
            </a:r>
            <a:r>
              <a:rPr lang="pt-PT" altLang="en-US" sz="2000"/>
              <a:t>. Nomeadamente a classe </a:t>
            </a:r>
            <a:r>
              <a:rPr lang="pt-PT" altLang="en-US" sz="2000">
                <a:latin typeface="Times New Roman" panose="02020603050405020304" pitchFamily="18" charset="0"/>
              </a:rPr>
              <a:t>File</a:t>
            </a:r>
            <a:r>
              <a:rPr lang="pt-PT" altLang="en-US" sz="2000"/>
              <a:t> que trata de ficheiros de texto em disco.</a:t>
            </a:r>
          </a:p>
          <a:p>
            <a:pPr eaLnBrk="1" hangingPunct="1">
              <a:lnSpc>
                <a:spcPct val="90000"/>
              </a:lnSpc>
            </a:pPr>
            <a:endParaRPr lang="pt-PT" altLang="en-US" sz="2000"/>
          </a:p>
          <a:p>
            <a:pPr lvl="2" eaLnBrk="1" hangingPunct="1">
              <a:lnSpc>
                <a:spcPct val="90000"/>
              </a:lnSpc>
              <a:buFontTx/>
              <a:buNone/>
            </a:pPr>
            <a:r>
              <a:rPr lang="pt-PT" altLang="en-US" sz="2000">
                <a:latin typeface="Times New Roman" panose="02020603050405020304" pitchFamily="18" charset="0"/>
              </a:rPr>
              <a:t>public static void main(String a[])</a:t>
            </a:r>
          </a:p>
          <a:p>
            <a:pPr lvl="2" eaLnBrk="1" hangingPunct="1">
              <a:lnSpc>
                <a:spcPct val="90000"/>
              </a:lnSpc>
              <a:buFontTx/>
              <a:buNone/>
            </a:pPr>
            <a:r>
              <a:rPr lang="pt-PT" altLang="en-US" sz="2000">
                <a:latin typeface="Times New Roman" panose="02020603050405020304" pitchFamily="18" charset="0"/>
              </a:rPr>
              <a:t>{</a:t>
            </a:r>
          </a:p>
          <a:p>
            <a:pPr lvl="2" eaLnBrk="1" hangingPunct="1">
              <a:lnSpc>
                <a:spcPct val="90000"/>
              </a:lnSpc>
              <a:buFontTx/>
              <a:buNone/>
            </a:pPr>
            <a:r>
              <a:rPr lang="pt-PT" altLang="en-US" sz="2000">
                <a:latin typeface="Times New Roman" panose="02020603050405020304" pitchFamily="18" charset="0"/>
              </a:rPr>
              <a:t>	File f1 = new File("c:\jdk\mysource\exe1.java");</a:t>
            </a:r>
          </a:p>
          <a:p>
            <a:pPr lvl="2" eaLnBrk="1" hangingPunct="1">
              <a:lnSpc>
                <a:spcPct val="90000"/>
              </a:lnSpc>
              <a:buFontTx/>
              <a:buNone/>
            </a:pPr>
            <a:r>
              <a:rPr lang="pt-PT" altLang="en-US" sz="2000">
                <a:latin typeface="Times New Roman" panose="02020603050405020304" pitchFamily="18" charset="0"/>
              </a:rPr>
              <a:t>	String nome = f1.getName();</a:t>
            </a:r>
          </a:p>
          <a:p>
            <a:pPr lvl="2" eaLnBrk="1" hangingPunct="1">
              <a:lnSpc>
                <a:spcPct val="90000"/>
              </a:lnSpc>
              <a:buFontTx/>
              <a:buNone/>
            </a:pPr>
            <a:r>
              <a:rPr lang="pt-PT" altLang="en-US" sz="2000">
                <a:latin typeface="Times New Roman" panose="02020603050405020304" pitchFamily="18" charset="0"/>
              </a:rPr>
              <a:t>	String path = f1.getPath();</a:t>
            </a:r>
          </a:p>
          <a:p>
            <a:pPr lvl="2" eaLnBrk="1" hangingPunct="1">
              <a:lnSpc>
                <a:spcPct val="90000"/>
              </a:lnSpc>
              <a:buFontTx/>
              <a:buNone/>
            </a:pPr>
            <a:r>
              <a:rPr lang="pt-PT" altLang="en-US" sz="2000">
                <a:latin typeface="Times New Roman" panose="02020603050405020304" pitchFamily="18" charset="0"/>
              </a:rPr>
              <a:t>	boolean test1 = f1.isFile();</a:t>
            </a:r>
          </a:p>
          <a:p>
            <a:pPr lvl="2" eaLnBrk="1" hangingPunct="1">
              <a:lnSpc>
                <a:spcPct val="90000"/>
              </a:lnSpc>
              <a:buFontTx/>
              <a:buNone/>
            </a:pPr>
            <a:r>
              <a:rPr lang="pt-PT" altLang="en-US" sz="2000">
                <a:latin typeface="Times New Roman" panose="02020603050405020304" pitchFamily="18" charset="0"/>
              </a:rPr>
              <a:t>	boolean test2 = f1.isDirectory();</a:t>
            </a:r>
          </a:p>
          <a:p>
            <a:pPr lvl="2" eaLnBrk="1" hangingPunct="1">
              <a:lnSpc>
                <a:spcPct val="90000"/>
              </a:lnSpc>
              <a:buFontTx/>
              <a:buNone/>
            </a:pPr>
            <a:r>
              <a:rPr lang="pt-PT" altLang="en-US" sz="2000">
                <a:latin typeface="Times New Roman" panose="02020603050405020304" pitchFamily="18" charset="0"/>
              </a:rPr>
              <a:t>	int comp = f1.length();</a:t>
            </a:r>
          </a:p>
          <a:p>
            <a:pPr lvl="2" eaLnBrk="1" hangingPunct="1">
              <a:lnSpc>
                <a:spcPct val="90000"/>
              </a:lnSpc>
              <a:buFontTx/>
              <a:buNone/>
            </a:pPr>
            <a:r>
              <a:rPr lang="pt-PT" altLang="en-US" sz="2000">
                <a:latin typeface="Times New Roman" panose="02020603050405020304" pitchFamily="18" charset="0"/>
              </a:rPr>
              <a:t>	f1.delete();</a:t>
            </a:r>
          </a:p>
          <a:p>
            <a:pPr lvl="2" eaLnBrk="1" hangingPunct="1">
              <a:lnSpc>
                <a:spcPct val="90000"/>
              </a:lnSpc>
              <a:buFontTx/>
              <a:buNone/>
            </a:pPr>
            <a:r>
              <a:rPr lang="pt-PT" altLang="en-US" sz="2000">
                <a:latin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a:extLst>
              <a:ext uri="{FF2B5EF4-FFF2-40B4-BE49-F238E27FC236}">
                <a16:creationId xmlns:a16="http://schemas.microsoft.com/office/drawing/2014/main" id="{938DE520-61B5-4EB5-BACD-70E8E0B767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4339" name="Slide Number Placeholder 5">
            <a:extLst>
              <a:ext uri="{FF2B5EF4-FFF2-40B4-BE49-F238E27FC236}">
                <a16:creationId xmlns:a16="http://schemas.microsoft.com/office/drawing/2014/main" id="{C95460A7-792B-4347-B1E0-B7B1387FBC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77898E4-1876-4C05-9052-2FC0791E0B3E}" type="slidenum">
              <a:rPr lang="pt-PT" altLang="en-US" sz="1400"/>
              <a:pPr>
                <a:spcBef>
                  <a:spcPct val="0"/>
                </a:spcBef>
                <a:buFontTx/>
                <a:buNone/>
              </a:pPr>
              <a:t>12</a:t>
            </a:fld>
            <a:endParaRPr lang="pt-PT" altLang="en-US" sz="1400"/>
          </a:p>
        </p:txBody>
      </p:sp>
      <p:sp>
        <p:nvSpPr>
          <p:cNvPr id="14340" name="Rectangle 2">
            <a:extLst>
              <a:ext uri="{FF2B5EF4-FFF2-40B4-BE49-F238E27FC236}">
                <a16:creationId xmlns:a16="http://schemas.microsoft.com/office/drawing/2014/main" id="{1FBA010B-BEA0-41AD-A5B4-D9E2527C2D84}"/>
              </a:ext>
            </a:extLst>
          </p:cNvPr>
          <p:cNvSpPr>
            <a:spLocks noGrp="1" noChangeArrowheads="1"/>
          </p:cNvSpPr>
          <p:nvPr>
            <p:ph type="title"/>
          </p:nvPr>
        </p:nvSpPr>
        <p:spPr>
          <a:xfrm>
            <a:off x="457200" y="115888"/>
            <a:ext cx="8229600" cy="865187"/>
          </a:xfrm>
        </p:spPr>
        <p:txBody>
          <a:bodyPr/>
          <a:lstStyle/>
          <a:p>
            <a:pPr eaLnBrk="1" hangingPunct="1"/>
            <a:r>
              <a:rPr lang="pt-PT" altLang="en-US" sz="4000"/>
              <a:t>Classes Stream</a:t>
            </a:r>
          </a:p>
        </p:txBody>
      </p:sp>
      <p:sp>
        <p:nvSpPr>
          <p:cNvPr id="14341" name="Rectangle 3">
            <a:extLst>
              <a:ext uri="{FF2B5EF4-FFF2-40B4-BE49-F238E27FC236}">
                <a16:creationId xmlns:a16="http://schemas.microsoft.com/office/drawing/2014/main" id="{B2AD7A03-2D67-4044-9250-0D8131F1D655}"/>
              </a:ext>
            </a:extLst>
          </p:cNvPr>
          <p:cNvSpPr>
            <a:spLocks noGrp="1" noChangeArrowheads="1"/>
          </p:cNvSpPr>
          <p:nvPr>
            <p:ph type="body" idx="1"/>
          </p:nvPr>
        </p:nvSpPr>
        <p:spPr>
          <a:xfrm>
            <a:off x="457200" y="981075"/>
            <a:ext cx="8229600" cy="5876925"/>
          </a:xfrm>
        </p:spPr>
        <p:txBody>
          <a:bodyPr/>
          <a:lstStyle/>
          <a:p>
            <a:pPr eaLnBrk="1" hangingPunct="1">
              <a:lnSpc>
                <a:spcPct val="80000"/>
              </a:lnSpc>
            </a:pPr>
            <a:r>
              <a:rPr lang="pt-PT" altLang="en-US" sz="2000"/>
              <a:t>Tratar ficheiros de texto. Por exemplo imprimir as palavras contidas num ficheiros de texto. Usa-se </a:t>
            </a:r>
            <a:r>
              <a:rPr lang="pt-PT" altLang="en-US" sz="2000">
                <a:latin typeface="Times New Roman" panose="02020603050405020304" pitchFamily="18" charset="0"/>
              </a:rPr>
              <a:t>BufferedReader</a:t>
            </a:r>
            <a:r>
              <a:rPr lang="pt-PT" altLang="en-US" sz="2000"/>
              <a:t> que é a classe de leitura de streams de texto com buffer. </a:t>
            </a:r>
            <a:r>
              <a:rPr lang="pt-PT" altLang="en-US" sz="2000">
                <a:latin typeface="Times New Roman" panose="02020603050405020304" pitchFamily="18" charset="0"/>
              </a:rPr>
              <a:t>FileReader</a:t>
            </a:r>
            <a:r>
              <a:rPr lang="pt-PT" altLang="en-US" sz="2000"/>
              <a:t> permite ler sucessivas linhas de texto através do método </a:t>
            </a:r>
            <a:r>
              <a:rPr lang="pt-PT" altLang="en-US" sz="2000">
                <a:latin typeface="Times New Roman" panose="02020603050405020304" pitchFamily="18" charset="0"/>
              </a:rPr>
              <a:t>readline()</a:t>
            </a:r>
            <a:r>
              <a:rPr lang="pt-PT" altLang="en-US" sz="2000"/>
              <a:t>. A situação é análoga com a classe </a:t>
            </a:r>
            <a:r>
              <a:rPr lang="pt-PT" altLang="en-US" sz="2000">
                <a:latin typeface="Times New Roman" panose="02020603050405020304" pitchFamily="18" charset="0"/>
              </a:rPr>
              <a:t>BufferedWriter</a:t>
            </a:r>
            <a:r>
              <a:rPr lang="pt-PT" altLang="en-US" sz="2000"/>
              <a:t>.</a:t>
            </a:r>
          </a:p>
          <a:p>
            <a:pPr eaLnBrk="1" hangingPunct="1">
              <a:lnSpc>
                <a:spcPct val="80000"/>
              </a:lnSpc>
            </a:pPr>
            <a:endParaRPr lang="pt-PT" altLang="en-US" sz="2000"/>
          </a:p>
          <a:p>
            <a:pPr lvl="1" eaLnBrk="1" hangingPunct="1">
              <a:lnSpc>
                <a:spcPct val="80000"/>
              </a:lnSpc>
              <a:buFontTx/>
              <a:buNone/>
            </a:pPr>
            <a:r>
              <a:rPr lang="pt-PT" altLang="en-US" sz="1800">
                <a:latin typeface="Times New Roman" panose="02020603050405020304" pitchFamily="18" charset="0"/>
              </a:rPr>
              <a:t>class Parse</a:t>
            </a:r>
          </a:p>
          <a:p>
            <a:pPr lvl="1" eaLnBrk="1" hangingPunct="1">
              <a:lnSpc>
                <a:spcPct val="80000"/>
              </a:lnSpc>
              <a:buFontTx/>
              <a:buNone/>
            </a:pPr>
            <a:r>
              <a:rPr lang="pt-PT" altLang="en-US" sz="1800">
                <a:latin typeface="Times New Roman" panose="02020603050405020304" pitchFamily="18" charset="0"/>
              </a:rPr>
              <a:t>{</a:t>
            </a:r>
          </a:p>
          <a:p>
            <a:pPr lvl="1" eaLnBrk="1" hangingPunct="1">
              <a:lnSpc>
                <a:spcPct val="80000"/>
              </a:lnSpc>
              <a:buFontTx/>
              <a:buNone/>
            </a:pPr>
            <a:r>
              <a:rPr lang="pt-PT" altLang="en-US" sz="1800">
                <a:latin typeface="Times New Roman" panose="02020603050405020304" pitchFamily="18" charset="0"/>
              </a:rPr>
              <a:t>	public static void main(String arg[0])</a:t>
            </a:r>
          </a:p>
          <a:p>
            <a:pPr lvl="1" eaLnBrk="1" hangingPunct="1">
              <a:lnSpc>
                <a:spcPct val="80000"/>
              </a:lnSpc>
              <a:buFontTx/>
              <a:buNone/>
            </a:pPr>
            <a:r>
              <a:rPr lang="pt-PT" altLang="en-US" sz="1800">
                <a:latin typeface="Times New Roman" panose="02020603050405020304" pitchFamily="18" charset="0"/>
              </a:rPr>
              <a:t>	{</a:t>
            </a:r>
          </a:p>
          <a:p>
            <a:pPr lvl="1" eaLnBrk="1" hangingPunct="1">
              <a:lnSpc>
                <a:spcPct val="80000"/>
              </a:lnSpc>
              <a:buFontTx/>
              <a:buNone/>
            </a:pPr>
            <a:r>
              <a:rPr lang="pt-PT" altLang="en-US" sz="1800">
                <a:latin typeface="Times New Roman" panose="02020603050405020304" pitchFamily="18" charset="0"/>
              </a:rPr>
              <a:t>		FileReader in = new FileReader(arg[0]);</a:t>
            </a:r>
          </a:p>
          <a:p>
            <a:pPr lvl="1" eaLnBrk="1" hangingPunct="1">
              <a:lnSpc>
                <a:spcPct val="80000"/>
              </a:lnSpc>
              <a:buFontTx/>
              <a:buNone/>
            </a:pPr>
            <a:r>
              <a:rPr lang="pt-PT" altLang="en-US" sz="1800">
                <a:latin typeface="Times New Roman" panose="02020603050405020304" pitchFamily="18" charset="0"/>
              </a:rPr>
              <a:t>		BufferedReader fs = new BufferedReader(in);</a:t>
            </a:r>
          </a:p>
          <a:p>
            <a:pPr lvl="1" eaLnBrk="1" hangingPunct="1">
              <a:lnSpc>
                <a:spcPct val="80000"/>
              </a:lnSpc>
              <a:buFontTx/>
              <a:buNone/>
            </a:pPr>
            <a:r>
              <a:rPr lang="pt-PT" altLang="en-US" sz="1800">
                <a:latin typeface="Times New Roman" panose="02020603050405020304" pitchFamily="18" charset="0"/>
              </a:rPr>
              <a:t>		String s = fs.readLine();</a:t>
            </a:r>
          </a:p>
          <a:p>
            <a:pPr lvl="1" eaLnBrk="1" hangingPunct="1">
              <a:lnSpc>
                <a:spcPct val="80000"/>
              </a:lnSpc>
              <a:buFontTx/>
              <a:buNone/>
            </a:pPr>
            <a:r>
              <a:rPr lang="pt-PT" altLang="en-US" sz="1800">
                <a:latin typeface="Times New Roman" panose="02020603050405020304" pitchFamily="18" charset="0"/>
              </a:rPr>
              <a:t>		String separador = “;”;</a:t>
            </a:r>
          </a:p>
          <a:p>
            <a:pPr lvl="1" eaLnBrk="1" hangingPunct="1">
              <a:lnSpc>
                <a:spcPct val="80000"/>
              </a:lnSpc>
              <a:buFontTx/>
              <a:buNone/>
            </a:pPr>
            <a:r>
              <a:rPr lang="pt-PT" altLang="en-US" sz="1800">
                <a:latin typeface="Times New Roman" panose="02020603050405020304" pitchFamily="18" charset="0"/>
              </a:rPr>
              <a:t>		do</a:t>
            </a:r>
          </a:p>
          <a:p>
            <a:pPr lvl="1" eaLnBrk="1" hangingPunct="1">
              <a:lnSpc>
                <a:spcPct val="80000"/>
              </a:lnSpc>
              <a:buFontTx/>
              <a:buNone/>
            </a:pPr>
            <a:r>
              <a:rPr lang="pt-PT" altLang="en-US" sz="1800">
                <a:latin typeface="Times New Roman" panose="02020603050405020304" pitchFamily="18" charset="0"/>
              </a:rPr>
              <a:t>		{	StringTokenizer st = new StringTokenizer(s,separador);</a:t>
            </a:r>
          </a:p>
          <a:p>
            <a:pPr lvl="1" eaLnBrk="1" hangingPunct="1">
              <a:lnSpc>
                <a:spcPct val="80000"/>
              </a:lnSpc>
              <a:buFontTx/>
              <a:buNone/>
            </a:pPr>
            <a:r>
              <a:rPr lang="pt-PT" altLang="en-US" sz="1800">
                <a:latin typeface="Times New Roman" panose="02020603050405020304" pitchFamily="18" charset="0"/>
              </a:rPr>
              <a:t>			while(st.hasMoreTokens())</a:t>
            </a:r>
          </a:p>
          <a:p>
            <a:pPr lvl="1" eaLnBrk="1" hangingPunct="1">
              <a:lnSpc>
                <a:spcPct val="80000"/>
              </a:lnSpc>
              <a:buFontTx/>
              <a:buNone/>
            </a:pPr>
            <a:r>
              <a:rPr lang="pt-PT" altLang="en-US" sz="1800">
                <a:latin typeface="Times New Roman" panose="02020603050405020304" pitchFamily="18" charset="0"/>
              </a:rPr>
              <a:t>				System.out.println(st.nextToken());</a:t>
            </a:r>
          </a:p>
          <a:p>
            <a:pPr lvl="1" eaLnBrk="1" hangingPunct="1">
              <a:lnSpc>
                <a:spcPct val="80000"/>
              </a:lnSpc>
              <a:buFontTx/>
              <a:buNone/>
            </a:pPr>
            <a:r>
              <a:rPr lang="pt-PT" altLang="en-US" sz="1800">
                <a:latin typeface="Times New Roman" panose="02020603050405020304" pitchFamily="18" charset="0"/>
              </a:rPr>
              <a:t>		} while((s = fs.readLine()) != null);</a:t>
            </a:r>
          </a:p>
          <a:p>
            <a:pPr lvl="1" eaLnBrk="1" hangingPunct="1">
              <a:lnSpc>
                <a:spcPct val="80000"/>
              </a:lnSpc>
              <a:buFontTx/>
              <a:buNone/>
            </a:pPr>
            <a:r>
              <a:rPr lang="pt-PT" altLang="en-US" sz="1800">
                <a:latin typeface="Times New Roman" panose="02020603050405020304" pitchFamily="18" charset="0"/>
              </a:rPr>
              <a:t>	}</a:t>
            </a:r>
          </a:p>
          <a:p>
            <a:pPr lvl="1" eaLnBrk="1" hangingPunct="1">
              <a:lnSpc>
                <a:spcPct val="80000"/>
              </a:lnSpc>
              <a:buFontTx/>
              <a:buNone/>
            </a:pPr>
            <a:r>
              <a:rPr lang="pt-PT" altLang="en-US" sz="1800">
                <a:latin typeface="Times New Roman" panose="02020603050405020304" pitchFamily="18" charset="0"/>
              </a:rPr>
              <a:t>}</a:t>
            </a:r>
          </a:p>
        </p:txBody>
      </p:sp>
      <p:sp>
        <p:nvSpPr>
          <p:cNvPr id="14342" name="AutoShape 4">
            <a:extLst>
              <a:ext uri="{FF2B5EF4-FFF2-40B4-BE49-F238E27FC236}">
                <a16:creationId xmlns:a16="http://schemas.microsoft.com/office/drawing/2014/main" id="{59386296-820A-4841-ACF5-3AA4E15BA58E}"/>
              </a:ext>
            </a:extLst>
          </p:cNvPr>
          <p:cNvSpPr>
            <a:spLocks noChangeArrowheads="1"/>
          </p:cNvSpPr>
          <p:nvPr/>
        </p:nvSpPr>
        <p:spPr bwMode="auto">
          <a:xfrm>
            <a:off x="6443663" y="2997200"/>
            <a:ext cx="2447925" cy="1223963"/>
          </a:xfrm>
          <a:prstGeom prst="wedgeRoundRectCallout">
            <a:avLst>
              <a:gd name="adj1" fmla="val -76134"/>
              <a:gd name="adj2" fmla="val 121079"/>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400"/>
              <a:t>Classe de identificação de tokens dentro de uma string, usando um separador. Exemplo: “as;b;ff;hh;77;a” usando “;”</a:t>
            </a:r>
          </a:p>
        </p:txBody>
      </p:sp>
      <p:sp>
        <p:nvSpPr>
          <p:cNvPr id="14343" name="AutoShape 5">
            <a:extLst>
              <a:ext uri="{FF2B5EF4-FFF2-40B4-BE49-F238E27FC236}">
                <a16:creationId xmlns:a16="http://schemas.microsoft.com/office/drawing/2014/main" id="{C3B6321E-3AEC-41B6-85DA-2D9645EAC35C}"/>
              </a:ext>
            </a:extLst>
          </p:cNvPr>
          <p:cNvSpPr>
            <a:spLocks noChangeArrowheads="1"/>
          </p:cNvSpPr>
          <p:nvPr/>
        </p:nvSpPr>
        <p:spPr bwMode="auto">
          <a:xfrm>
            <a:off x="6877050" y="6165850"/>
            <a:ext cx="1370013" cy="287338"/>
          </a:xfrm>
          <a:prstGeom prst="wedgeRoundRectCallout">
            <a:avLst>
              <a:gd name="adj1" fmla="val -133431"/>
              <a:gd name="adj2" fmla="val -164366"/>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200"/>
              <a:t>Próximo token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a:extLst>
              <a:ext uri="{FF2B5EF4-FFF2-40B4-BE49-F238E27FC236}">
                <a16:creationId xmlns:a16="http://schemas.microsoft.com/office/drawing/2014/main" id="{47DEE8FF-C415-4A89-95D9-1595247B241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5363" name="Slide Number Placeholder 5">
            <a:extLst>
              <a:ext uri="{FF2B5EF4-FFF2-40B4-BE49-F238E27FC236}">
                <a16:creationId xmlns:a16="http://schemas.microsoft.com/office/drawing/2014/main" id="{00FC7BDB-769D-47D7-8245-CF53D8C866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22B36AF-16E3-47CA-AD5D-CE22C3DCF042}" type="slidenum">
              <a:rPr lang="pt-PT" altLang="en-US" sz="1400"/>
              <a:pPr>
                <a:spcBef>
                  <a:spcPct val="0"/>
                </a:spcBef>
                <a:buFontTx/>
                <a:buNone/>
              </a:pPr>
              <a:t>13</a:t>
            </a:fld>
            <a:endParaRPr lang="pt-PT" altLang="en-US" sz="1400"/>
          </a:p>
        </p:txBody>
      </p:sp>
      <p:sp>
        <p:nvSpPr>
          <p:cNvPr id="15364" name="Rectangle 2">
            <a:extLst>
              <a:ext uri="{FF2B5EF4-FFF2-40B4-BE49-F238E27FC236}">
                <a16:creationId xmlns:a16="http://schemas.microsoft.com/office/drawing/2014/main" id="{F6E30169-CA55-4411-A20D-08399C4DB2F8}"/>
              </a:ext>
            </a:extLst>
          </p:cNvPr>
          <p:cNvSpPr>
            <a:spLocks noGrp="1" noChangeArrowheads="1"/>
          </p:cNvSpPr>
          <p:nvPr>
            <p:ph type="title"/>
          </p:nvPr>
        </p:nvSpPr>
        <p:spPr>
          <a:xfrm>
            <a:off x="457200" y="115888"/>
            <a:ext cx="8229600" cy="1143000"/>
          </a:xfrm>
        </p:spPr>
        <p:txBody>
          <a:bodyPr/>
          <a:lstStyle/>
          <a:p>
            <a:pPr eaLnBrk="1" hangingPunct="1"/>
            <a:r>
              <a:rPr lang="pt-PT" altLang="en-US" sz="3600" dirty="0">
                <a:solidFill>
                  <a:srgbClr val="FF0000"/>
                </a:solidFill>
              </a:rPr>
              <a:t>Classe </a:t>
            </a:r>
            <a:r>
              <a:rPr lang="pt-PT" altLang="en-US" sz="3600" dirty="0">
                <a:solidFill>
                  <a:srgbClr val="FF0000"/>
                </a:solidFill>
                <a:latin typeface="Times New Roman" panose="02020603050405020304" pitchFamily="18" charset="0"/>
              </a:rPr>
              <a:t>PrintWriter</a:t>
            </a:r>
            <a:r>
              <a:rPr lang="pt-PT" altLang="en-US" sz="3600" dirty="0">
                <a:solidFill>
                  <a:srgbClr val="FF0000"/>
                </a:solidFill>
              </a:rPr>
              <a:t> para ficheiros texto</a:t>
            </a:r>
          </a:p>
        </p:txBody>
      </p:sp>
      <p:sp>
        <p:nvSpPr>
          <p:cNvPr id="15365" name="Rectangle 3">
            <a:extLst>
              <a:ext uri="{FF2B5EF4-FFF2-40B4-BE49-F238E27FC236}">
                <a16:creationId xmlns:a16="http://schemas.microsoft.com/office/drawing/2014/main" id="{B24256E2-632C-41F5-AECD-E92A25202E74}"/>
              </a:ext>
            </a:extLst>
          </p:cNvPr>
          <p:cNvSpPr>
            <a:spLocks noGrp="1" noChangeArrowheads="1"/>
          </p:cNvSpPr>
          <p:nvPr>
            <p:ph type="body" idx="1"/>
          </p:nvPr>
        </p:nvSpPr>
        <p:spPr>
          <a:xfrm>
            <a:off x="457200" y="1268413"/>
            <a:ext cx="8229600" cy="5329237"/>
          </a:xfrm>
        </p:spPr>
        <p:txBody>
          <a:bodyPr/>
          <a:lstStyle/>
          <a:p>
            <a:pPr eaLnBrk="1" hangingPunct="1"/>
            <a:r>
              <a:rPr lang="pt-PT" altLang="en-US" sz="2800" dirty="0"/>
              <a:t>Exemplo:</a:t>
            </a:r>
          </a:p>
          <a:p>
            <a:pPr lvl="1" eaLnBrk="1" hangingPunct="1">
              <a:buFontTx/>
              <a:buNone/>
            </a:pPr>
            <a:r>
              <a:rPr lang="pt-PT" altLang="en-US" sz="2000" dirty="0">
                <a:solidFill>
                  <a:srgbClr val="FF0000"/>
                </a:solidFill>
                <a:latin typeface="Times New Roman" panose="02020603050405020304" pitchFamily="18" charset="0"/>
              </a:rPr>
              <a:t>public static void main(String a[])</a:t>
            </a:r>
          </a:p>
          <a:p>
            <a:pPr lvl="1" eaLnBrk="1" hangingPunct="1">
              <a:buFontTx/>
              <a:buNone/>
            </a:pPr>
            <a:r>
              <a:rPr lang="pt-PT" altLang="en-US" sz="2000" dirty="0">
                <a:solidFill>
                  <a:srgbClr val="FF0000"/>
                </a:solidFill>
                <a:latin typeface="Times New Roman" panose="02020603050405020304" pitchFamily="18" charset="0"/>
              </a:rPr>
              <a:t>{</a:t>
            </a:r>
          </a:p>
          <a:p>
            <a:pPr lvl="2" eaLnBrk="1" hangingPunct="1">
              <a:buFontTx/>
              <a:buNone/>
            </a:pPr>
            <a:r>
              <a:rPr lang="pt-PT" altLang="en-US" sz="2000" dirty="0">
                <a:solidFill>
                  <a:srgbClr val="FF0000"/>
                </a:solidFill>
                <a:latin typeface="Times New Roman" panose="02020603050405020304" pitchFamily="18" charset="0"/>
              </a:rPr>
              <a:t>Circulo c = new Circulo(1,5,12);</a:t>
            </a:r>
          </a:p>
          <a:p>
            <a:pPr lvl="2" eaLnBrk="1" hangingPunct="1">
              <a:buFontTx/>
              <a:buNone/>
            </a:pPr>
            <a:r>
              <a:rPr lang="pt-PT" altLang="en-US" sz="2000" dirty="0">
                <a:solidFill>
                  <a:srgbClr val="FF0000"/>
                </a:solidFill>
                <a:latin typeface="Times New Roman" panose="02020603050405020304" pitchFamily="18" charset="0"/>
              </a:rPr>
              <a:t>Circulo c2 = new Circulo(1,1,9);</a:t>
            </a:r>
          </a:p>
          <a:p>
            <a:pPr lvl="2" eaLnBrk="1" hangingPunct="1">
              <a:buFontTx/>
              <a:buNone/>
            </a:pPr>
            <a:r>
              <a:rPr lang="pt-PT" altLang="en-US" sz="2000" dirty="0">
                <a:solidFill>
                  <a:srgbClr val="FF0000"/>
                </a:solidFill>
                <a:latin typeface="Times New Roman" panose="02020603050405020304" pitchFamily="18" charset="0"/>
              </a:rPr>
              <a:t>try{</a:t>
            </a:r>
          </a:p>
          <a:p>
            <a:pPr lvl="3" eaLnBrk="1" hangingPunct="1">
              <a:buFontTx/>
              <a:buNone/>
            </a:pPr>
            <a:r>
              <a:rPr lang="pt-PT" altLang="en-US" dirty="0">
                <a:solidFill>
                  <a:srgbClr val="FF0000"/>
                </a:solidFill>
                <a:latin typeface="Times New Roman" panose="02020603050405020304" pitchFamily="18" charset="0"/>
              </a:rPr>
              <a:t>PrintWriter p = new PrintWriter(“formas.txt”);</a:t>
            </a:r>
          </a:p>
          <a:p>
            <a:pPr lvl="3" eaLnBrk="1" hangingPunct="1">
              <a:buFontTx/>
              <a:buNone/>
            </a:pPr>
            <a:r>
              <a:rPr lang="pt-PT" altLang="en-US" dirty="0" err="1">
                <a:solidFill>
                  <a:srgbClr val="FF0000"/>
                </a:solidFill>
                <a:latin typeface="Times New Roman" panose="02020603050405020304" pitchFamily="18" charset="0"/>
              </a:rPr>
              <a:t>p.println</a:t>
            </a:r>
            <a:r>
              <a:rPr lang="pt-PT" altLang="en-US" dirty="0">
                <a:solidFill>
                  <a:srgbClr val="FF0000"/>
                </a:solidFill>
                <a:latin typeface="Times New Roman" panose="02020603050405020304" pitchFamily="18" charset="0"/>
              </a:rPr>
              <a:t>(</a:t>
            </a:r>
            <a:r>
              <a:rPr lang="pt-PT" altLang="en-US" dirty="0" err="1">
                <a:solidFill>
                  <a:srgbClr val="FF0000"/>
                </a:solidFill>
                <a:latin typeface="Times New Roman" panose="02020603050405020304" pitchFamily="18" charset="0"/>
              </a:rPr>
              <a:t>c.toString</a:t>
            </a:r>
            <a:r>
              <a:rPr lang="pt-PT" altLang="en-US" dirty="0">
                <a:solidFill>
                  <a:srgbClr val="FF0000"/>
                </a:solidFill>
                <a:latin typeface="Times New Roman" panose="02020603050405020304" pitchFamily="18" charset="0"/>
              </a:rPr>
              <a:t>());</a:t>
            </a:r>
          </a:p>
          <a:p>
            <a:pPr lvl="3" eaLnBrk="1" hangingPunct="1">
              <a:buFontTx/>
              <a:buNone/>
            </a:pPr>
            <a:r>
              <a:rPr lang="pt-PT" altLang="en-US" dirty="0" err="1">
                <a:solidFill>
                  <a:srgbClr val="FF0000"/>
                </a:solidFill>
                <a:latin typeface="Times New Roman" panose="02020603050405020304" pitchFamily="18" charset="0"/>
              </a:rPr>
              <a:t>p.println</a:t>
            </a:r>
            <a:r>
              <a:rPr lang="pt-PT" altLang="en-US" dirty="0">
                <a:solidFill>
                  <a:srgbClr val="FF0000"/>
                </a:solidFill>
                <a:latin typeface="Times New Roman" panose="02020603050405020304" pitchFamily="18" charset="0"/>
              </a:rPr>
              <a:t>(c2.toString());</a:t>
            </a:r>
          </a:p>
          <a:p>
            <a:pPr lvl="3" eaLnBrk="1" hangingPunct="1">
              <a:buFontTx/>
              <a:buNone/>
            </a:pPr>
            <a:r>
              <a:rPr lang="pt-PT" altLang="en-US" dirty="0" err="1">
                <a:solidFill>
                  <a:srgbClr val="FF0000"/>
                </a:solidFill>
                <a:latin typeface="Times New Roman" panose="02020603050405020304" pitchFamily="18" charset="0"/>
              </a:rPr>
              <a:t>p.flush</a:t>
            </a:r>
            <a:r>
              <a:rPr lang="pt-PT" altLang="en-US" dirty="0">
                <a:solidFill>
                  <a:srgbClr val="FF0000"/>
                </a:solidFill>
                <a:latin typeface="Times New Roman" panose="02020603050405020304" pitchFamily="18" charset="0"/>
              </a:rPr>
              <a:t>(); </a:t>
            </a:r>
            <a:r>
              <a:rPr lang="pt-PT" altLang="en-US" dirty="0" err="1">
                <a:solidFill>
                  <a:srgbClr val="FF0000"/>
                </a:solidFill>
                <a:latin typeface="Times New Roman" panose="02020603050405020304" pitchFamily="18" charset="0"/>
              </a:rPr>
              <a:t>p.close</a:t>
            </a:r>
            <a:r>
              <a:rPr lang="pt-PT" altLang="en-US" dirty="0">
                <a:solidFill>
                  <a:srgbClr val="FF0000"/>
                </a:solidFill>
                <a:latin typeface="Times New Roman" panose="02020603050405020304" pitchFamily="18" charset="0"/>
              </a:rPr>
              <a:t>();</a:t>
            </a:r>
          </a:p>
          <a:p>
            <a:pPr lvl="2" eaLnBrk="1" hangingPunct="1">
              <a:buFontTx/>
              <a:buNone/>
            </a:pPr>
            <a:r>
              <a:rPr lang="pt-PT" altLang="en-US" sz="2000" dirty="0">
                <a:solidFill>
                  <a:srgbClr val="FF0000"/>
                </a:solidFill>
                <a:latin typeface="Times New Roman" panose="02020603050405020304" pitchFamily="18" charset="0"/>
              </a:rPr>
              <a:t>}</a:t>
            </a:r>
          </a:p>
          <a:p>
            <a:pPr lvl="2" eaLnBrk="1" hangingPunct="1">
              <a:buFontTx/>
              <a:buNone/>
            </a:pPr>
            <a:r>
              <a:rPr lang="pt-PT" altLang="en-US" sz="2000" dirty="0">
                <a:solidFill>
                  <a:srgbClr val="FF0000"/>
                </a:solidFill>
                <a:latin typeface="Times New Roman" panose="02020603050405020304" pitchFamily="18" charset="0"/>
              </a:rPr>
              <a:t>catch(IOException e)</a:t>
            </a:r>
          </a:p>
          <a:p>
            <a:pPr lvl="2" eaLnBrk="1" hangingPunct="1">
              <a:buFontTx/>
              <a:buNone/>
            </a:pPr>
            <a:r>
              <a:rPr lang="pt-PT" altLang="en-US" sz="2000" dirty="0">
                <a:solidFill>
                  <a:srgbClr val="FF0000"/>
                </a:solidFill>
                <a:latin typeface="Times New Roman" panose="02020603050405020304" pitchFamily="18" charset="0"/>
              </a:rPr>
              <a:t>{…..                    };</a:t>
            </a:r>
          </a:p>
          <a:p>
            <a:pPr lvl="1" eaLnBrk="1" hangingPunct="1">
              <a:buFontTx/>
              <a:buNone/>
            </a:pPr>
            <a:r>
              <a:rPr lang="pt-PT" altLang="en-US" sz="2000" dirty="0">
                <a:solidFill>
                  <a:srgbClr val="FF0000"/>
                </a:solidFill>
                <a:latin typeface="Times New Roman" panose="02020603050405020304" pitchFamily="18"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a:extLst>
              <a:ext uri="{FF2B5EF4-FFF2-40B4-BE49-F238E27FC236}">
                <a16:creationId xmlns:a16="http://schemas.microsoft.com/office/drawing/2014/main" id="{053852EA-E627-4DF9-9945-5440C210798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6387" name="Slide Number Placeholder 5">
            <a:extLst>
              <a:ext uri="{FF2B5EF4-FFF2-40B4-BE49-F238E27FC236}">
                <a16:creationId xmlns:a16="http://schemas.microsoft.com/office/drawing/2014/main" id="{22126665-9BA9-40A9-823F-F54C13B05E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B8CABD1-13A3-4F5F-90DB-B0BC76962C70}" type="slidenum">
              <a:rPr lang="pt-PT" altLang="en-US" sz="1400"/>
              <a:pPr>
                <a:spcBef>
                  <a:spcPct val="0"/>
                </a:spcBef>
                <a:buFontTx/>
                <a:buNone/>
              </a:pPr>
              <a:t>14</a:t>
            </a:fld>
            <a:endParaRPr lang="pt-PT" altLang="en-US" sz="1400"/>
          </a:p>
        </p:txBody>
      </p:sp>
      <p:sp>
        <p:nvSpPr>
          <p:cNvPr id="16388" name="Rectangle 2">
            <a:extLst>
              <a:ext uri="{FF2B5EF4-FFF2-40B4-BE49-F238E27FC236}">
                <a16:creationId xmlns:a16="http://schemas.microsoft.com/office/drawing/2014/main" id="{B8A29C66-624A-4BFF-B623-B6001062E393}"/>
              </a:ext>
            </a:extLst>
          </p:cNvPr>
          <p:cNvSpPr>
            <a:spLocks noGrp="1" noChangeArrowheads="1"/>
          </p:cNvSpPr>
          <p:nvPr>
            <p:ph type="title"/>
          </p:nvPr>
        </p:nvSpPr>
        <p:spPr>
          <a:xfrm>
            <a:off x="457200" y="125413"/>
            <a:ext cx="8229600" cy="1143000"/>
          </a:xfrm>
        </p:spPr>
        <p:txBody>
          <a:bodyPr/>
          <a:lstStyle/>
          <a:p>
            <a:pPr eaLnBrk="1" hangingPunct="1"/>
            <a:r>
              <a:rPr lang="pt-PT" altLang="en-US"/>
              <a:t>ObjectStreams</a:t>
            </a:r>
          </a:p>
        </p:txBody>
      </p:sp>
      <p:sp>
        <p:nvSpPr>
          <p:cNvPr id="16389" name="Rectangle 3">
            <a:extLst>
              <a:ext uri="{FF2B5EF4-FFF2-40B4-BE49-F238E27FC236}">
                <a16:creationId xmlns:a16="http://schemas.microsoft.com/office/drawing/2014/main" id="{974400F4-8867-4197-908F-0CA23569BA0E}"/>
              </a:ext>
            </a:extLst>
          </p:cNvPr>
          <p:cNvSpPr>
            <a:spLocks noGrp="1" noChangeArrowheads="1"/>
          </p:cNvSpPr>
          <p:nvPr>
            <p:ph type="body" idx="1"/>
          </p:nvPr>
        </p:nvSpPr>
        <p:spPr>
          <a:xfrm>
            <a:off x="468313" y="1196975"/>
            <a:ext cx="8229600" cy="5400675"/>
          </a:xfrm>
        </p:spPr>
        <p:txBody>
          <a:bodyPr/>
          <a:lstStyle/>
          <a:p>
            <a:pPr eaLnBrk="1" hangingPunct="1">
              <a:lnSpc>
                <a:spcPct val="80000"/>
              </a:lnSpc>
            </a:pPr>
            <a:r>
              <a:rPr lang="pt-PT" altLang="en-US" sz="2000"/>
              <a:t>Em Java é possível gravar objectos numa stream de uma forma transparente. Isto é, sem ter de nos preocupar com o que esse objecto é! Assim podemos ler/escrever para uma stream objectos, arrays e tipos de dados simples ex: int.</a:t>
            </a:r>
          </a:p>
          <a:p>
            <a:pPr eaLnBrk="1" hangingPunct="1">
              <a:lnSpc>
                <a:spcPct val="80000"/>
              </a:lnSpc>
            </a:pPr>
            <a:endParaRPr lang="pt-PT" altLang="en-US" sz="2000"/>
          </a:p>
          <a:p>
            <a:pPr eaLnBrk="1" hangingPunct="1">
              <a:lnSpc>
                <a:spcPct val="80000"/>
              </a:lnSpc>
            </a:pPr>
            <a:r>
              <a:rPr lang="pt-PT" altLang="en-US" sz="2000"/>
              <a:t>As classes </a:t>
            </a:r>
            <a:r>
              <a:rPr lang="pt-PT" altLang="en-US" sz="2000">
                <a:latin typeface="Times New Roman" panose="02020603050405020304" pitchFamily="18" charset="0"/>
              </a:rPr>
              <a:t>ObjectInputStream</a:t>
            </a:r>
            <a:r>
              <a:rPr lang="pt-PT" altLang="en-US" sz="2000"/>
              <a:t> e </a:t>
            </a:r>
            <a:r>
              <a:rPr lang="pt-PT" altLang="en-US" sz="2000">
                <a:latin typeface="Times New Roman" panose="02020603050405020304" pitchFamily="18" charset="0"/>
              </a:rPr>
              <a:t>ObjectOutputStream</a:t>
            </a:r>
            <a:r>
              <a:rPr lang="pt-PT" altLang="en-US" sz="2000"/>
              <a:t> implementam um algoritmo de serialização. Ou seja, implementam um algoritmo que garante que todas as referencias cruzadas existentes entre instâncias de diferentes classes são devidamente repostas aquando da leitura das tais instâncias.</a:t>
            </a:r>
          </a:p>
          <a:p>
            <a:pPr eaLnBrk="1" hangingPunct="1">
              <a:lnSpc>
                <a:spcPct val="80000"/>
              </a:lnSpc>
            </a:pPr>
            <a:endParaRPr lang="pt-PT" altLang="en-US" sz="2000"/>
          </a:p>
          <a:p>
            <a:pPr eaLnBrk="1" hangingPunct="1">
              <a:lnSpc>
                <a:spcPct val="80000"/>
              </a:lnSpc>
            </a:pPr>
            <a:r>
              <a:rPr lang="pt-PT" altLang="en-US" sz="2000"/>
              <a:t>Para garantir que isto aconteça basta que as classes das referidas instâncias que pretendemos gravar implementem a interface </a:t>
            </a:r>
            <a:r>
              <a:rPr lang="pt-PT" altLang="en-US" sz="2000">
                <a:latin typeface="Times New Roman" panose="02020603050405020304" pitchFamily="18" charset="0"/>
              </a:rPr>
              <a:t>Serializable</a:t>
            </a:r>
            <a:r>
              <a:rPr lang="pt-PT" altLang="en-US" sz="2000"/>
              <a:t>.</a:t>
            </a:r>
          </a:p>
          <a:p>
            <a:pPr eaLnBrk="1" hangingPunct="1">
              <a:lnSpc>
                <a:spcPct val="80000"/>
              </a:lnSpc>
            </a:pPr>
            <a:r>
              <a:rPr lang="pt-PT" altLang="en-US" sz="2000"/>
              <a:t>Uma classe é </a:t>
            </a:r>
            <a:r>
              <a:rPr lang="pt-PT" altLang="en-US" sz="2000">
                <a:latin typeface="Times New Roman" panose="02020603050405020304" pitchFamily="18" charset="0"/>
              </a:rPr>
              <a:t>Serializable</a:t>
            </a:r>
            <a:r>
              <a:rPr lang="pt-PT" altLang="en-US" sz="2000"/>
              <a:t> se todas as variáveis de instância por esta definidas pertencerem a classes </a:t>
            </a:r>
            <a:r>
              <a:rPr lang="pt-PT" altLang="en-US" sz="2000">
                <a:latin typeface="Times New Roman" panose="02020603050405020304" pitchFamily="18" charset="0"/>
              </a:rPr>
              <a:t>Serializable</a:t>
            </a:r>
            <a:r>
              <a:rPr lang="pt-PT" altLang="en-US" sz="2000"/>
              <a:t>.</a:t>
            </a:r>
          </a:p>
          <a:p>
            <a:pPr eaLnBrk="1" hangingPunct="1">
              <a:lnSpc>
                <a:spcPct val="80000"/>
              </a:lnSpc>
            </a:pPr>
            <a:r>
              <a:rPr lang="pt-PT" altLang="en-US" sz="2000"/>
              <a:t>A maioria das classes que temos vindo a usar são </a:t>
            </a:r>
            <a:r>
              <a:rPr lang="pt-PT" altLang="en-US" sz="2000">
                <a:latin typeface="Times New Roman" panose="02020603050405020304" pitchFamily="18" charset="0"/>
              </a:rPr>
              <a:t>Serializable</a:t>
            </a:r>
            <a:r>
              <a:rPr lang="pt-PT" altLang="en-US" sz="2000"/>
              <a:t> ex: String, arrays, etc.</a:t>
            </a:r>
          </a:p>
          <a:p>
            <a:pPr eaLnBrk="1" hangingPunct="1">
              <a:lnSpc>
                <a:spcPct val="80000"/>
              </a:lnSpc>
            </a:pPr>
            <a:r>
              <a:rPr lang="pt-PT" altLang="en-US" sz="2000"/>
              <a:t>Notar no entanto que as variáveis static não são serializáveis!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a:extLst>
              <a:ext uri="{FF2B5EF4-FFF2-40B4-BE49-F238E27FC236}">
                <a16:creationId xmlns:a16="http://schemas.microsoft.com/office/drawing/2014/main" id="{5C432ABE-6A83-43C2-BCB1-ED45FDAECB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7411" name="Slide Number Placeholder 5">
            <a:extLst>
              <a:ext uri="{FF2B5EF4-FFF2-40B4-BE49-F238E27FC236}">
                <a16:creationId xmlns:a16="http://schemas.microsoft.com/office/drawing/2014/main" id="{280F648D-9935-4FA8-96E6-B851A0A0A9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2B8E42B-937D-4DB3-8A87-8FA1533E5120}" type="slidenum">
              <a:rPr lang="pt-PT" altLang="en-US" sz="1400"/>
              <a:pPr>
                <a:spcBef>
                  <a:spcPct val="0"/>
                </a:spcBef>
                <a:buFontTx/>
                <a:buNone/>
              </a:pPr>
              <a:t>15</a:t>
            </a:fld>
            <a:endParaRPr lang="pt-PT" altLang="en-US" sz="1400"/>
          </a:p>
        </p:txBody>
      </p:sp>
      <p:sp>
        <p:nvSpPr>
          <p:cNvPr id="17412" name="Rectangle 3">
            <a:extLst>
              <a:ext uri="{FF2B5EF4-FFF2-40B4-BE49-F238E27FC236}">
                <a16:creationId xmlns:a16="http://schemas.microsoft.com/office/drawing/2014/main" id="{2ED68069-D176-413A-936F-721B41AA102C}"/>
              </a:ext>
            </a:extLst>
          </p:cNvPr>
          <p:cNvSpPr>
            <a:spLocks noGrp="1" noChangeArrowheads="1"/>
          </p:cNvSpPr>
          <p:nvPr>
            <p:ph type="body" idx="1"/>
          </p:nvPr>
        </p:nvSpPr>
        <p:spPr>
          <a:xfrm>
            <a:off x="457200" y="115888"/>
            <a:ext cx="8229600" cy="6669087"/>
          </a:xfrm>
        </p:spPr>
        <p:txBody>
          <a:bodyPr/>
          <a:lstStyle/>
          <a:p>
            <a:pPr eaLnBrk="1" hangingPunct="1">
              <a:lnSpc>
                <a:spcPct val="80000"/>
              </a:lnSpc>
            </a:pPr>
            <a:r>
              <a:rPr lang="pt-PT" altLang="en-US" sz="2000" dirty="0"/>
              <a:t>Exemplo: </a:t>
            </a:r>
            <a:r>
              <a:rPr lang="pt-PT" altLang="en-US" sz="2000" dirty="0">
                <a:solidFill>
                  <a:srgbClr val="FF0000"/>
                </a:solidFill>
              </a:rPr>
              <a:t>Gravar um conjunto de figuras geométricas. </a:t>
            </a:r>
            <a:r>
              <a:rPr lang="pt-PT" altLang="en-US" sz="2000" dirty="0">
                <a:solidFill>
                  <a:srgbClr val="FF0000"/>
                </a:solidFill>
                <a:latin typeface="Times New Roman" panose="02020603050405020304" pitchFamily="18" charset="0"/>
              </a:rPr>
              <a:t>Circulo</a:t>
            </a:r>
            <a:r>
              <a:rPr lang="pt-PT" altLang="en-US" sz="2000" dirty="0">
                <a:solidFill>
                  <a:srgbClr val="FF0000"/>
                </a:solidFill>
              </a:rPr>
              <a:t> e </a:t>
            </a:r>
            <a:r>
              <a:rPr lang="pt-PT" altLang="en-US" sz="2000" dirty="0">
                <a:solidFill>
                  <a:srgbClr val="FF0000"/>
                </a:solidFill>
                <a:latin typeface="Times New Roman" panose="02020603050405020304" pitchFamily="18" charset="0"/>
              </a:rPr>
              <a:t>Elipse</a:t>
            </a:r>
            <a:r>
              <a:rPr lang="pt-PT" altLang="en-US" sz="2000" dirty="0">
                <a:solidFill>
                  <a:srgbClr val="FF0000"/>
                </a:solidFill>
              </a:rPr>
              <a:t> são subclasse da classe </a:t>
            </a:r>
            <a:r>
              <a:rPr lang="pt-PT" altLang="en-US" sz="2000" dirty="0">
                <a:solidFill>
                  <a:srgbClr val="FF0000"/>
                </a:solidFill>
                <a:latin typeface="Times New Roman" panose="02020603050405020304" pitchFamily="18" charset="0"/>
              </a:rPr>
              <a:t>Forma</a:t>
            </a:r>
            <a:r>
              <a:rPr lang="pt-PT" altLang="en-US" sz="2000" dirty="0">
                <a:solidFill>
                  <a:srgbClr val="FF0000"/>
                </a:solidFill>
              </a:rPr>
              <a:t> apresentada em aulas anteriores.</a:t>
            </a:r>
          </a:p>
          <a:p>
            <a:pPr lvl="2" eaLnBrk="1" hangingPunct="1">
              <a:lnSpc>
                <a:spcPct val="80000"/>
              </a:lnSpc>
              <a:buFontTx/>
              <a:buNone/>
            </a:pPr>
            <a:r>
              <a:rPr lang="pt-PT" altLang="en-US" sz="1800" dirty="0">
                <a:solidFill>
                  <a:srgbClr val="FF0000"/>
                </a:solidFill>
                <a:latin typeface="Times New Roman" panose="02020603050405020304" pitchFamily="18" charset="0"/>
              </a:rPr>
              <a:t>import java.io.*;</a:t>
            </a:r>
          </a:p>
          <a:p>
            <a:pPr lvl="2" eaLnBrk="1" hangingPunct="1">
              <a:lnSpc>
                <a:spcPct val="80000"/>
              </a:lnSpc>
              <a:buFontTx/>
              <a:buNone/>
            </a:pPr>
            <a:r>
              <a:rPr lang="pt-PT" altLang="en-US" sz="1800" dirty="0">
                <a:solidFill>
                  <a:srgbClr val="FF0000"/>
                </a:solidFill>
                <a:latin typeface="Times New Roman" panose="02020603050405020304" pitchFamily="18" charset="0"/>
              </a:rPr>
              <a:t>public abstract class Forma implements Serializable</a:t>
            </a:r>
          </a:p>
          <a:p>
            <a:pPr lvl="2" eaLnBrk="1" hangingPunct="1">
              <a:lnSpc>
                <a:spcPct val="80000"/>
              </a:lnSpc>
              <a:buFontTx/>
              <a:buNone/>
            </a:pPr>
            <a:r>
              <a:rPr lang="pt-PT" altLang="en-US" sz="1800" dirty="0">
                <a:solidFill>
                  <a:srgbClr val="FF0000"/>
                </a:solidFill>
                <a:latin typeface="Times New Roman" panose="02020603050405020304" pitchFamily="18" charset="0"/>
              </a:rPr>
              <a:t>{</a:t>
            </a:r>
          </a:p>
          <a:p>
            <a:pPr lvl="2" eaLnBrk="1" hangingPunct="1">
              <a:lnSpc>
                <a:spcPct val="80000"/>
              </a:lnSpc>
              <a:buFontTx/>
              <a:buNone/>
            </a:pPr>
            <a:r>
              <a:rPr lang="pt-PT" altLang="en-US" sz="1800" dirty="0">
                <a:solidFill>
                  <a:srgbClr val="FF0000"/>
                </a:solidFill>
                <a:latin typeface="Times New Roman" panose="02020603050405020304" pitchFamily="18" charset="0"/>
              </a:rPr>
              <a:t>	public abstract double area();</a:t>
            </a:r>
          </a:p>
          <a:p>
            <a:pPr lvl="2" eaLnBrk="1" hangingPunct="1">
              <a:lnSpc>
                <a:spcPct val="80000"/>
              </a:lnSpc>
              <a:buFontTx/>
              <a:buNone/>
            </a:pPr>
            <a:r>
              <a:rPr lang="pt-PT" altLang="en-US" sz="1800" dirty="0">
                <a:solidFill>
                  <a:srgbClr val="FF0000"/>
                </a:solidFill>
                <a:latin typeface="Times New Roman" panose="02020603050405020304" pitchFamily="18" charset="0"/>
              </a:rPr>
              <a:t>	public abstract double perimetro();</a:t>
            </a:r>
          </a:p>
          <a:p>
            <a:pPr lvl="2" eaLnBrk="1" hangingPunct="1">
              <a:lnSpc>
                <a:spcPct val="80000"/>
              </a:lnSpc>
              <a:buFontTx/>
              <a:buNone/>
            </a:pPr>
            <a:r>
              <a:rPr lang="pt-PT" altLang="en-US" sz="1800" dirty="0">
                <a:solidFill>
                  <a:srgbClr val="FF0000"/>
                </a:solidFill>
                <a:latin typeface="Times New Roman" panose="02020603050405020304" pitchFamily="18" charset="0"/>
              </a:rPr>
              <a:t>}</a:t>
            </a:r>
          </a:p>
          <a:p>
            <a:pPr lvl="2" eaLnBrk="1" hangingPunct="1">
              <a:lnSpc>
                <a:spcPct val="80000"/>
              </a:lnSpc>
              <a:buFontTx/>
              <a:buNone/>
            </a:pPr>
            <a:endParaRPr lang="pt-PT" altLang="en-US" sz="1800" dirty="0">
              <a:solidFill>
                <a:srgbClr val="FF0000"/>
              </a:solidFill>
              <a:latin typeface="Times New Roman" panose="02020603050405020304" pitchFamily="18" charset="0"/>
            </a:endParaRPr>
          </a:p>
          <a:p>
            <a:pPr lvl="2" eaLnBrk="1" hangingPunct="1">
              <a:lnSpc>
                <a:spcPct val="80000"/>
              </a:lnSpc>
              <a:buFontTx/>
              <a:buNone/>
            </a:pPr>
            <a:r>
              <a:rPr lang="pt-PT" altLang="en-US" sz="1600" dirty="0">
                <a:solidFill>
                  <a:srgbClr val="FF0000"/>
                </a:solidFill>
                <a:latin typeface="Times New Roman" panose="02020603050405020304" pitchFamily="18" charset="0"/>
              </a:rPr>
              <a:t>class </a:t>
            </a:r>
            <a:r>
              <a:rPr lang="pt-PT" altLang="en-US" sz="1600" dirty="0" err="1">
                <a:solidFill>
                  <a:srgbClr val="FF0000"/>
                </a:solidFill>
                <a:latin typeface="Times New Roman" panose="02020603050405020304" pitchFamily="18" charset="0"/>
              </a:rPr>
              <a:t>test</a:t>
            </a:r>
            <a:endParaRPr lang="pt-PT" altLang="en-US" sz="1600" dirty="0">
              <a:solidFill>
                <a:srgbClr val="FF0000"/>
              </a:solidFill>
              <a:latin typeface="Times New Roman" panose="02020603050405020304" pitchFamily="18" charset="0"/>
            </a:endParaRPr>
          </a:p>
          <a:p>
            <a:pPr lvl="2" eaLnBrk="1" hangingPunct="1">
              <a:lnSpc>
                <a:spcPct val="80000"/>
              </a:lnSpc>
              <a:buFontTx/>
              <a:buNone/>
            </a:pPr>
            <a:r>
              <a:rPr lang="pt-PT" altLang="en-US" sz="1600" dirty="0">
                <a:solidFill>
                  <a:srgbClr val="FF0000"/>
                </a:solidFill>
                <a:latin typeface="Times New Roman" panose="02020603050405020304" pitchFamily="18" charset="0"/>
              </a:rPr>
              <a:t>{</a:t>
            </a:r>
          </a:p>
          <a:p>
            <a:pPr lvl="2" eaLnBrk="1" hangingPunct="1">
              <a:lnSpc>
                <a:spcPct val="80000"/>
              </a:lnSpc>
              <a:buFontTx/>
              <a:buNone/>
            </a:pPr>
            <a:r>
              <a:rPr lang="pt-PT" altLang="en-US" sz="1600" dirty="0">
                <a:solidFill>
                  <a:srgbClr val="FF0000"/>
                </a:solidFill>
                <a:latin typeface="Times New Roman" panose="02020603050405020304" pitchFamily="18" charset="0"/>
              </a:rPr>
              <a:t>	public static void main(String a[])</a:t>
            </a:r>
          </a:p>
          <a:p>
            <a:pPr lvl="2" eaLnBrk="1" hangingPunct="1">
              <a:lnSpc>
                <a:spcPct val="80000"/>
              </a:lnSpc>
              <a:buFontTx/>
              <a:buNone/>
            </a:pPr>
            <a:r>
              <a:rPr lang="pt-PT" altLang="en-US" sz="1600" dirty="0">
                <a:solidFill>
                  <a:srgbClr val="FF0000"/>
                </a:solidFill>
                <a:latin typeface="Times New Roman" panose="02020603050405020304" pitchFamily="18" charset="0"/>
              </a:rPr>
              <a:t>	{</a:t>
            </a:r>
          </a:p>
          <a:p>
            <a:pPr lvl="2" eaLnBrk="1" hangingPunct="1">
              <a:lnSpc>
                <a:spcPct val="80000"/>
              </a:lnSpc>
              <a:buFontTx/>
              <a:buNone/>
            </a:pPr>
            <a:r>
              <a:rPr lang="pt-PT" altLang="en-US" sz="1600" dirty="0">
                <a:solidFill>
                  <a:srgbClr val="FF0000"/>
                </a:solidFill>
                <a:latin typeface="Times New Roman" panose="02020603050405020304" pitchFamily="18" charset="0"/>
              </a:rPr>
              <a:t>		Forma f[] = new Forma[10];</a:t>
            </a:r>
          </a:p>
          <a:p>
            <a:pPr lvl="2" eaLnBrk="1" hangingPunct="1">
              <a:lnSpc>
                <a:spcPct val="80000"/>
              </a:lnSpc>
              <a:buFontTx/>
              <a:buNone/>
            </a:pPr>
            <a:r>
              <a:rPr lang="pt-PT" altLang="en-US" sz="1600" dirty="0">
                <a:solidFill>
                  <a:srgbClr val="FF0000"/>
                </a:solidFill>
                <a:latin typeface="Times New Roman" panose="02020603050405020304" pitchFamily="18" charset="0"/>
              </a:rPr>
              <a:t>		f[0] = new Circulo(1,2,3); f[1] = new Elipse(1,1,5,6);</a:t>
            </a:r>
          </a:p>
          <a:p>
            <a:pPr lvl="3" eaLnBrk="1" hangingPunct="1">
              <a:lnSpc>
                <a:spcPct val="80000"/>
              </a:lnSpc>
              <a:buFontTx/>
              <a:buNone/>
            </a:pPr>
            <a:r>
              <a:rPr lang="pt-PT" altLang="en-US" sz="1600" dirty="0">
                <a:solidFill>
                  <a:srgbClr val="FF0000"/>
                </a:solidFill>
                <a:latin typeface="Times New Roman" panose="02020603050405020304" pitchFamily="18" charset="0"/>
              </a:rPr>
              <a:t>         f[2] = new Circulo(5,5,1); </a:t>
            </a:r>
          </a:p>
          <a:p>
            <a:pPr lvl="3" eaLnBrk="1" hangingPunct="1">
              <a:lnSpc>
                <a:spcPct val="80000"/>
              </a:lnSpc>
              <a:buFontTx/>
              <a:buNone/>
            </a:pPr>
            <a:r>
              <a:rPr lang="pt-PT" altLang="en-US" sz="1600" dirty="0">
                <a:solidFill>
                  <a:srgbClr val="FF0000"/>
                </a:solidFill>
                <a:latin typeface="Times New Roman" panose="02020603050405020304" pitchFamily="18" charset="0"/>
              </a:rPr>
              <a:t>         grava(f,3,"figuras.data"); </a:t>
            </a:r>
          </a:p>
          <a:p>
            <a:pPr lvl="3" eaLnBrk="1" hangingPunct="1">
              <a:lnSpc>
                <a:spcPct val="80000"/>
              </a:lnSpc>
              <a:buFontTx/>
              <a:buNone/>
            </a:pPr>
            <a:r>
              <a:rPr lang="pt-PT" altLang="en-US" sz="1600" dirty="0">
                <a:solidFill>
                  <a:srgbClr val="FF0000"/>
                </a:solidFill>
                <a:latin typeface="Times New Roman" panose="02020603050405020304" pitchFamily="18" charset="0"/>
              </a:rPr>
              <a:t>        </a:t>
            </a:r>
          </a:p>
          <a:p>
            <a:pPr lvl="3" eaLnBrk="1" hangingPunct="1">
              <a:lnSpc>
                <a:spcPct val="80000"/>
              </a:lnSpc>
              <a:buFontTx/>
              <a:buNone/>
            </a:pPr>
            <a:r>
              <a:rPr lang="pt-PT" altLang="en-US" sz="1600" dirty="0">
                <a:solidFill>
                  <a:srgbClr val="FF0000"/>
                </a:solidFill>
                <a:latin typeface="Times New Roman" panose="02020603050405020304" pitchFamily="18" charset="0"/>
              </a:rPr>
              <a:t>         Forma f2[] = new Forma[10];</a:t>
            </a:r>
          </a:p>
          <a:p>
            <a:pPr lvl="3" eaLnBrk="1" hangingPunct="1">
              <a:lnSpc>
                <a:spcPct val="80000"/>
              </a:lnSpc>
              <a:buFontTx/>
              <a:buNone/>
            </a:pPr>
            <a:r>
              <a:rPr lang="pt-PT" altLang="en-US" sz="1600" dirty="0">
                <a:solidFill>
                  <a:srgbClr val="FF0000"/>
                </a:solidFill>
                <a:latin typeface="Times New Roman" panose="02020603050405020304" pitchFamily="18" charset="0"/>
              </a:rPr>
              <a:t>         ler("figuras.data",f2);</a:t>
            </a:r>
          </a:p>
          <a:p>
            <a:pPr lvl="3" eaLnBrk="1" hangingPunct="1">
              <a:lnSpc>
                <a:spcPct val="80000"/>
              </a:lnSpc>
              <a:buFontTx/>
              <a:buNone/>
            </a:pPr>
            <a:r>
              <a:rPr lang="pt-PT" altLang="en-US" sz="1600" dirty="0">
                <a:solidFill>
                  <a:srgbClr val="FF0000"/>
                </a:solidFill>
                <a:latin typeface="Times New Roman" panose="02020603050405020304" pitchFamily="18" charset="0"/>
              </a:rPr>
              <a:t>         int i = 0;</a:t>
            </a:r>
          </a:p>
          <a:p>
            <a:pPr lvl="3" eaLnBrk="1" hangingPunct="1">
              <a:lnSpc>
                <a:spcPct val="80000"/>
              </a:lnSpc>
              <a:buFontTx/>
              <a:buNone/>
            </a:pPr>
            <a:r>
              <a:rPr lang="pt-PT" altLang="en-US" sz="1600" dirty="0">
                <a:solidFill>
                  <a:srgbClr val="FF0000"/>
                </a:solidFill>
                <a:latin typeface="Times New Roman" panose="02020603050405020304" pitchFamily="18" charset="0"/>
              </a:rPr>
              <a:t>         while(f2[i] != null)</a:t>
            </a:r>
          </a:p>
          <a:p>
            <a:pPr lvl="3" eaLnBrk="1" hangingPunct="1">
              <a:lnSpc>
                <a:spcPct val="80000"/>
              </a:lnSpc>
              <a:buFontTx/>
              <a:buNone/>
            </a:pPr>
            <a:r>
              <a:rPr lang="pt-PT" altLang="en-US" sz="1600" dirty="0">
                <a:solidFill>
                  <a:srgbClr val="FF0000"/>
                </a:solidFill>
                <a:latin typeface="Times New Roman" panose="02020603050405020304" pitchFamily="18" charset="0"/>
              </a:rPr>
              <a:t>            System.out.println(f2[i++].area());</a:t>
            </a:r>
          </a:p>
          <a:p>
            <a:pPr lvl="2" eaLnBrk="1" hangingPunct="1">
              <a:lnSpc>
                <a:spcPct val="80000"/>
              </a:lnSpc>
              <a:buFontTx/>
              <a:buNone/>
            </a:pPr>
            <a:r>
              <a:rPr lang="pt-PT" altLang="en-US" sz="1600" dirty="0">
                <a:solidFill>
                  <a:srgbClr val="FF0000"/>
                </a:solidFill>
                <a:latin typeface="Times New Roman" panose="02020603050405020304" pitchFamily="18" charset="0"/>
              </a:rPr>
              <a:t>	}</a:t>
            </a:r>
          </a:p>
          <a:p>
            <a:pPr lvl="2" eaLnBrk="1" hangingPunct="1">
              <a:lnSpc>
                <a:spcPct val="80000"/>
              </a:lnSpc>
              <a:buFontTx/>
              <a:buNone/>
            </a:pPr>
            <a:r>
              <a:rPr lang="pt-PT" altLang="en-US" sz="1600" dirty="0">
                <a:solidFill>
                  <a:srgbClr val="FF0000"/>
                </a:solidFill>
                <a:latin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a:extLst>
              <a:ext uri="{FF2B5EF4-FFF2-40B4-BE49-F238E27FC236}">
                <a16:creationId xmlns:a16="http://schemas.microsoft.com/office/drawing/2014/main" id="{4753A557-EBAD-4D84-8FD5-3D438D7A618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8435" name="Slide Number Placeholder 5">
            <a:extLst>
              <a:ext uri="{FF2B5EF4-FFF2-40B4-BE49-F238E27FC236}">
                <a16:creationId xmlns:a16="http://schemas.microsoft.com/office/drawing/2014/main" id="{5DDEE555-9461-4260-8D60-D66289B34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7ACD87B-8574-46A9-927D-D52DF49B1013}" type="slidenum">
              <a:rPr lang="pt-PT" altLang="en-US" sz="1400"/>
              <a:pPr>
                <a:spcBef>
                  <a:spcPct val="0"/>
                </a:spcBef>
                <a:buFontTx/>
                <a:buNone/>
              </a:pPr>
              <a:t>16</a:t>
            </a:fld>
            <a:endParaRPr lang="pt-PT" altLang="en-US" sz="1400"/>
          </a:p>
        </p:txBody>
      </p:sp>
      <p:sp>
        <p:nvSpPr>
          <p:cNvPr id="18436" name="Rectangle 2">
            <a:extLst>
              <a:ext uri="{FF2B5EF4-FFF2-40B4-BE49-F238E27FC236}">
                <a16:creationId xmlns:a16="http://schemas.microsoft.com/office/drawing/2014/main" id="{9066555C-CC21-4D4E-8784-5773E3611730}"/>
              </a:ext>
            </a:extLst>
          </p:cNvPr>
          <p:cNvSpPr>
            <a:spLocks noGrp="1" noChangeArrowheads="1"/>
          </p:cNvSpPr>
          <p:nvPr>
            <p:ph type="title"/>
          </p:nvPr>
        </p:nvSpPr>
        <p:spPr>
          <a:xfrm>
            <a:off x="457200" y="130175"/>
            <a:ext cx="8229600" cy="561975"/>
          </a:xfrm>
        </p:spPr>
        <p:txBody>
          <a:bodyPr/>
          <a:lstStyle/>
          <a:p>
            <a:pPr eaLnBrk="1" hangingPunct="1"/>
            <a:r>
              <a:rPr lang="pt-PT" altLang="en-US" sz="2800" dirty="0">
                <a:solidFill>
                  <a:srgbClr val="FF0000"/>
                </a:solidFill>
              </a:rPr>
              <a:t>Método </a:t>
            </a:r>
            <a:r>
              <a:rPr lang="pt-PT" altLang="en-US" sz="2800" dirty="0">
                <a:solidFill>
                  <a:srgbClr val="FF0000"/>
                </a:solidFill>
                <a:latin typeface="Times New Roman" panose="02020603050405020304" pitchFamily="18" charset="0"/>
              </a:rPr>
              <a:t>ler(String, Forma[])</a:t>
            </a:r>
          </a:p>
        </p:txBody>
      </p:sp>
      <p:sp>
        <p:nvSpPr>
          <p:cNvPr id="18437" name="Rectangle 3">
            <a:extLst>
              <a:ext uri="{FF2B5EF4-FFF2-40B4-BE49-F238E27FC236}">
                <a16:creationId xmlns:a16="http://schemas.microsoft.com/office/drawing/2014/main" id="{EE365CF8-3E0A-4FF8-BE63-865C52228329}"/>
              </a:ext>
            </a:extLst>
          </p:cNvPr>
          <p:cNvSpPr>
            <a:spLocks noGrp="1" noChangeArrowheads="1"/>
          </p:cNvSpPr>
          <p:nvPr>
            <p:ph type="body" idx="1"/>
          </p:nvPr>
        </p:nvSpPr>
        <p:spPr>
          <a:xfrm>
            <a:off x="457200" y="765175"/>
            <a:ext cx="8229600" cy="5903913"/>
          </a:xfrm>
        </p:spPr>
        <p:txBody>
          <a:bodyPr/>
          <a:lstStyle/>
          <a:p>
            <a:pPr lvl="1" eaLnBrk="1" hangingPunct="1">
              <a:lnSpc>
                <a:spcPct val="90000"/>
              </a:lnSpc>
              <a:buFontTx/>
              <a:buNone/>
            </a:pPr>
            <a:r>
              <a:rPr lang="pt-PT" altLang="en-US" sz="2000" dirty="0">
                <a:solidFill>
                  <a:srgbClr val="FF0000"/>
                </a:solidFill>
                <a:latin typeface="Times New Roman" panose="02020603050405020304" pitchFamily="18" charset="0"/>
              </a:rPr>
              <a:t>public static void ler(String a, Forma </a:t>
            </a:r>
            <a:r>
              <a:rPr lang="pt-PT" altLang="en-US" sz="2000" dirty="0" err="1">
                <a:solidFill>
                  <a:srgbClr val="FF0000"/>
                </a:solidFill>
                <a:latin typeface="Times New Roman" panose="02020603050405020304" pitchFamily="18" charset="0"/>
              </a:rPr>
              <a:t>ff</a:t>
            </a:r>
            <a:r>
              <a:rPr lang="pt-PT" altLang="en-US" sz="2000" dirty="0">
                <a:solidFill>
                  <a:srgbClr val="FF0000"/>
                </a:solidFill>
                <a:latin typeface="Times New Roman" panose="02020603050405020304" pitchFamily="18" charset="0"/>
              </a:rPr>
              <a:t>[])</a:t>
            </a:r>
          </a:p>
          <a:p>
            <a:pPr lvl="1" eaLnBrk="1" hangingPunct="1">
              <a:lnSpc>
                <a:spcPct val="90000"/>
              </a:lnSpc>
              <a:buFontTx/>
              <a:buNone/>
            </a:pPr>
            <a:r>
              <a:rPr lang="pt-PT" altLang="en-US" sz="2000" dirty="0">
                <a:solidFill>
                  <a:srgbClr val="FF0000"/>
                </a:solidFill>
                <a:latin typeface="Times New Roman" panose="02020603050405020304" pitchFamily="18" charset="0"/>
              </a:rPr>
              <a:t>{</a:t>
            </a:r>
          </a:p>
          <a:p>
            <a:pPr lvl="1" eaLnBrk="1" hangingPunct="1">
              <a:lnSpc>
                <a:spcPct val="90000"/>
              </a:lnSpc>
              <a:buFontTx/>
              <a:buNone/>
            </a:pPr>
            <a:r>
              <a:rPr lang="pt-PT" altLang="en-US" sz="2000" dirty="0">
                <a:solidFill>
                  <a:srgbClr val="FF0000"/>
                </a:solidFill>
                <a:latin typeface="Times New Roman" panose="02020603050405020304" pitchFamily="18" charset="0"/>
              </a:rPr>
              <a:t>	try</a:t>
            </a:r>
          </a:p>
          <a:p>
            <a:pPr lvl="1" eaLnBrk="1" hangingPunct="1">
              <a:lnSpc>
                <a:spcPct val="90000"/>
              </a:lnSpc>
              <a:buFontTx/>
              <a:buNone/>
            </a:pPr>
            <a:r>
              <a:rPr lang="pt-PT" altLang="en-US" sz="2000" dirty="0">
                <a:solidFill>
                  <a:srgbClr val="FF0000"/>
                </a:solidFill>
                <a:latin typeface="Times New Roman" panose="02020603050405020304" pitchFamily="18" charset="0"/>
              </a:rPr>
              <a:t>	{</a:t>
            </a:r>
          </a:p>
          <a:p>
            <a:pPr lvl="1" eaLnBrk="1" hangingPunct="1">
              <a:lnSpc>
                <a:spcPct val="90000"/>
              </a:lnSpc>
              <a:buFontTx/>
              <a:buNone/>
            </a:pPr>
            <a:r>
              <a:rPr lang="pt-PT" altLang="en-US" sz="2000" dirty="0">
                <a:solidFill>
                  <a:srgbClr val="FF0000"/>
                </a:solidFill>
                <a:latin typeface="Times New Roman" panose="02020603050405020304" pitchFamily="18" charset="0"/>
              </a:rPr>
              <a:t>		FileInputStream f = new FileInputStream(a);</a:t>
            </a:r>
          </a:p>
          <a:p>
            <a:pPr lvl="1" eaLnBrk="1" hangingPunct="1">
              <a:lnSpc>
                <a:spcPct val="90000"/>
              </a:lnSpc>
              <a:buFontTx/>
              <a:buNone/>
            </a:pPr>
            <a:r>
              <a:rPr lang="pt-PT" altLang="en-US" sz="2000" dirty="0">
                <a:solidFill>
                  <a:srgbClr val="FF0000"/>
                </a:solidFill>
                <a:latin typeface="Times New Roman" panose="02020603050405020304" pitchFamily="18" charset="0"/>
              </a:rPr>
              <a:t>		ObjectInputStream in = new ObjectInputStream(f);</a:t>
            </a:r>
          </a:p>
          <a:p>
            <a:pPr lvl="1" eaLnBrk="1" hangingPunct="1">
              <a:lnSpc>
                <a:spcPct val="90000"/>
              </a:lnSpc>
              <a:buFontTx/>
              <a:buNone/>
            </a:pPr>
            <a:r>
              <a:rPr lang="pt-PT" altLang="en-US" sz="2000" dirty="0">
                <a:solidFill>
                  <a:srgbClr val="FF0000"/>
                </a:solidFill>
                <a:latin typeface="Times New Roman" panose="02020603050405020304" pitchFamily="18" charset="0"/>
              </a:rPr>
              <a:t>		int i = 0;</a:t>
            </a:r>
          </a:p>
          <a:p>
            <a:pPr lvl="1" eaLnBrk="1" hangingPunct="1">
              <a:lnSpc>
                <a:spcPct val="90000"/>
              </a:lnSpc>
              <a:buFontTx/>
              <a:buNone/>
            </a:pPr>
            <a:r>
              <a:rPr lang="pt-PT" altLang="en-US" sz="2000" dirty="0">
                <a:solidFill>
                  <a:srgbClr val="FF0000"/>
                </a:solidFill>
                <a:latin typeface="Times New Roman" panose="02020603050405020304" pitchFamily="18" charset="0"/>
              </a:rPr>
              <a:t>		while( (</a:t>
            </a:r>
            <a:r>
              <a:rPr lang="pt-PT" altLang="en-US" sz="2000" dirty="0" err="1">
                <a:solidFill>
                  <a:srgbClr val="FF0000"/>
                </a:solidFill>
                <a:latin typeface="Times New Roman" panose="02020603050405020304" pitchFamily="18" charset="0"/>
              </a:rPr>
              <a:t>ff</a:t>
            </a:r>
            <a:r>
              <a:rPr lang="pt-PT" altLang="en-US" sz="2000" dirty="0">
                <a:solidFill>
                  <a:srgbClr val="FF0000"/>
                </a:solidFill>
                <a:latin typeface="Times New Roman" panose="02020603050405020304" pitchFamily="18" charset="0"/>
              </a:rPr>
              <a:t>[i++] = (Forma)in.readObject()) != null);</a:t>
            </a:r>
          </a:p>
          <a:p>
            <a:pPr lvl="1" eaLnBrk="1" hangingPunct="1">
              <a:lnSpc>
                <a:spcPct val="90000"/>
              </a:lnSpc>
              <a:buFontTx/>
              <a:buNone/>
            </a:pPr>
            <a:r>
              <a:rPr lang="pt-PT" altLang="en-US" sz="2000" dirty="0">
                <a:solidFill>
                  <a:srgbClr val="FF0000"/>
                </a:solidFill>
                <a:latin typeface="Times New Roman" panose="02020603050405020304" pitchFamily="18" charset="0"/>
              </a:rPr>
              <a:t>		</a:t>
            </a:r>
            <a:r>
              <a:rPr lang="pt-PT" altLang="en-US" sz="2000" dirty="0" err="1">
                <a:solidFill>
                  <a:srgbClr val="FF0000"/>
                </a:solidFill>
                <a:latin typeface="Times New Roman" panose="02020603050405020304" pitchFamily="18" charset="0"/>
              </a:rPr>
              <a:t>f.close</a:t>
            </a:r>
            <a:r>
              <a:rPr lang="pt-PT" altLang="en-US" sz="2000" dirty="0">
                <a:solidFill>
                  <a:srgbClr val="FF0000"/>
                </a:solidFill>
                <a:latin typeface="Times New Roman" panose="02020603050405020304" pitchFamily="18" charset="0"/>
              </a:rPr>
              <a:t>(); </a:t>
            </a:r>
          </a:p>
          <a:p>
            <a:pPr lvl="1" eaLnBrk="1" hangingPunct="1">
              <a:lnSpc>
                <a:spcPct val="90000"/>
              </a:lnSpc>
              <a:buFontTx/>
              <a:buNone/>
            </a:pPr>
            <a:r>
              <a:rPr lang="pt-PT" altLang="en-US" sz="2000" dirty="0">
                <a:solidFill>
                  <a:srgbClr val="FF0000"/>
                </a:solidFill>
                <a:latin typeface="Times New Roman" panose="02020603050405020304" pitchFamily="18" charset="0"/>
              </a:rPr>
              <a:t>	}</a:t>
            </a:r>
          </a:p>
          <a:p>
            <a:pPr lvl="1" eaLnBrk="1" hangingPunct="1">
              <a:lnSpc>
                <a:spcPct val="90000"/>
              </a:lnSpc>
              <a:buFontTx/>
              <a:buNone/>
            </a:pPr>
            <a:r>
              <a:rPr lang="pt-PT" altLang="en-US" sz="2000" dirty="0">
                <a:solidFill>
                  <a:srgbClr val="FF0000"/>
                </a:solidFill>
                <a:latin typeface="Times New Roman" panose="02020603050405020304" pitchFamily="18" charset="0"/>
              </a:rPr>
              <a:t>	catch(ClassNotFoundException e)</a:t>
            </a:r>
          </a:p>
          <a:p>
            <a:pPr lvl="1" eaLnBrk="1" hangingPunct="1">
              <a:lnSpc>
                <a:spcPct val="90000"/>
              </a:lnSpc>
              <a:buFontTx/>
              <a:buNone/>
            </a:pPr>
            <a:r>
              <a:rPr lang="pt-PT" altLang="en-US" sz="2000" dirty="0">
                <a:solidFill>
                  <a:srgbClr val="FF0000"/>
                </a:solidFill>
                <a:latin typeface="Times New Roman" panose="02020603050405020304" pitchFamily="18" charset="0"/>
              </a:rPr>
              <a:t>	{ System.out.println("Classe do </a:t>
            </a:r>
            <a:r>
              <a:rPr lang="pt-PT" altLang="en-US" sz="2000" dirty="0" err="1">
                <a:solidFill>
                  <a:srgbClr val="FF0000"/>
                </a:solidFill>
                <a:latin typeface="Times New Roman" panose="02020603050405020304" pitchFamily="18" charset="0"/>
              </a:rPr>
              <a:t>objecto</a:t>
            </a:r>
            <a:r>
              <a:rPr lang="pt-PT" altLang="en-US" sz="2000" dirty="0">
                <a:solidFill>
                  <a:srgbClr val="FF0000"/>
                </a:solidFill>
                <a:latin typeface="Times New Roman" panose="02020603050405020304" pitchFamily="18" charset="0"/>
              </a:rPr>
              <a:t> lido </a:t>
            </a:r>
            <a:r>
              <a:rPr lang="pt-PT" altLang="en-US" sz="2000" dirty="0" err="1">
                <a:solidFill>
                  <a:srgbClr val="FF0000"/>
                </a:solidFill>
                <a:latin typeface="Times New Roman" panose="02020603050405020304" pitchFamily="18" charset="0"/>
              </a:rPr>
              <a:t>nao</a:t>
            </a:r>
            <a:r>
              <a:rPr lang="pt-PT" altLang="en-US" sz="2000" dirty="0">
                <a:solidFill>
                  <a:srgbClr val="FF0000"/>
                </a:solidFill>
                <a:latin typeface="Times New Roman" panose="02020603050405020304" pitchFamily="18" charset="0"/>
              </a:rPr>
              <a:t> existe !!"); }</a:t>
            </a:r>
          </a:p>
          <a:p>
            <a:pPr lvl="1" eaLnBrk="1" hangingPunct="1">
              <a:lnSpc>
                <a:spcPct val="90000"/>
              </a:lnSpc>
              <a:buFontTx/>
              <a:buNone/>
            </a:pPr>
            <a:r>
              <a:rPr lang="pt-PT" altLang="en-US" sz="2000" dirty="0">
                <a:solidFill>
                  <a:srgbClr val="FF0000"/>
                </a:solidFill>
                <a:latin typeface="Times New Roman" panose="02020603050405020304" pitchFamily="18" charset="0"/>
              </a:rPr>
              <a:t>	catch(</a:t>
            </a:r>
            <a:r>
              <a:rPr lang="pt-PT" altLang="en-US" sz="2000" dirty="0" err="1">
                <a:solidFill>
                  <a:srgbClr val="FF0000"/>
                </a:solidFill>
                <a:latin typeface="Times New Roman" panose="02020603050405020304" pitchFamily="18" charset="0"/>
              </a:rPr>
              <a:t>FileNotFoundException</a:t>
            </a:r>
            <a:r>
              <a:rPr lang="pt-PT" altLang="en-US" sz="2000" dirty="0">
                <a:solidFill>
                  <a:srgbClr val="FF0000"/>
                </a:solidFill>
                <a:latin typeface="Times New Roman" panose="02020603050405020304" pitchFamily="18" charset="0"/>
              </a:rPr>
              <a:t> e)</a:t>
            </a:r>
          </a:p>
          <a:p>
            <a:pPr lvl="1" eaLnBrk="1" hangingPunct="1">
              <a:lnSpc>
                <a:spcPct val="90000"/>
              </a:lnSpc>
              <a:buFontTx/>
              <a:buNone/>
            </a:pPr>
            <a:r>
              <a:rPr lang="pt-PT" altLang="en-US" sz="2000" dirty="0">
                <a:solidFill>
                  <a:srgbClr val="FF0000"/>
                </a:solidFill>
                <a:latin typeface="Times New Roman" panose="02020603050405020304" pitchFamily="18" charset="0"/>
              </a:rPr>
              <a:t>	{ System.out.println("Nome do </a:t>
            </a:r>
            <a:r>
              <a:rPr lang="pt-PT" altLang="en-US" sz="2000" dirty="0" err="1">
                <a:solidFill>
                  <a:srgbClr val="FF0000"/>
                </a:solidFill>
                <a:latin typeface="Times New Roman" panose="02020603050405020304" pitchFamily="18" charset="0"/>
              </a:rPr>
              <a:t>fx</a:t>
            </a:r>
            <a:r>
              <a:rPr lang="pt-PT" altLang="en-US" sz="2000" dirty="0">
                <a:solidFill>
                  <a:srgbClr val="FF0000"/>
                </a:solidFill>
                <a:latin typeface="Times New Roman" panose="02020603050405020304" pitchFamily="18" charset="0"/>
              </a:rPr>
              <a:t> </a:t>
            </a:r>
            <a:r>
              <a:rPr lang="pt-PT" altLang="en-US" sz="2000" dirty="0" err="1">
                <a:solidFill>
                  <a:srgbClr val="FF0000"/>
                </a:solidFill>
                <a:latin typeface="Times New Roman" panose="02020603050405020304" pitchFamily="18" charset="0"/>
              </a:rPr>
              <a:t>nao</a:t>
            </a:r>
            <a:r>
              <a:rPr lang="pt-PT" altLang="en-US" sz="2000" dirty="0">
                <a:solidFill>
                  <a:srgbClr val="FF0000"/>
                </a:solidFill>
                <a:latin typeface="Times New Roman" panose="02020603050405020304" pitchFamily="18" charset="0"/>
              </a:rPr>
              <a:t> esta </a:t>
            </a:r>
            <a:r>
              <a:rPr lang="pt-PT" altLang="en-US" sz="2000" dirty="0" err="1">
                <a:solidFill>
                  <a:srgbClr val="FF0000"/>
                </a:solidFill>
                <a:latin typeface="Times New Roman" panose="02020603050405020304" pitchFamily="18" charset="0"/>
              </a:rPr>
              <a:t>correcto</a:t>
            </a:r>
            <a:r>
              <a:rPr lang="pt-PT" altLang="en-US" sz="2000" dirty="0">
                <a:solidFill>
                  <a:srgbClr val="FF0000"/>
                </a:solidFill>
                <a:latin typeface="Times New Roman" panose="02020603050405020304" pitchFamily="18" charset="0"/>
              </a:rPr>
              <a:t>!! "); }</a:t>
            </a:r>
          </a:p>
          <a:p>
            <a:pPr lvl="1" eaLnBrk="1" hangingPunct="1">
              <a:lnSpc>
                <a:spcPct val="90000"/>
              </a:lnSpc>
              <a:buFontTx/>
              <a:buNone/>
            </a:pPr>
            <a:r>
              <a:rPr lang="pt-PT" altLang="en-US" sz="2000" dirty="0">
                <a:solidFill>
                  <a:srgbClr val="FF0000"/>
                </a:solidFill>
                <a:latin typeface="Times New Roman" panose="02020603050405020304" pitchFamily="18" charset="0"/>
              </a:rPr>
              <a:t>	catch(IOException e)</a:t>
            </a:r>
          </a:p>
          <a:p>
            <a:pPr lvl="1" eaLnBrk="1" hangingPunct="1">
              <a:lnSpc>
                <a:spcPct val="90000"/>
              </a:lnSpc>
              <a:buFontTx/>
              <a:buNone/>
            </a:pPr>
            <a:r>
              <a:rPr lang="pt-PT" altLang="en-US" sz="2000" dirty="0">
                <a:solidFill>
                  <a:srgbClr val="FF0000"/>
                </a:solidFill>
                <a:latin typeface="Times New Roman" panose="02020603050405020304" pitchFamily="18" charset="0"/>
              </a:rPr>
              <a:t>	{ System.out.println("Problemas de I/O ...");  }</a:t>
            </a:r>
          </a:p>
          <a:p>
            <a:pPr lvl="1" eaLnBrk="1" hangingPunct="1">
              <a:lnSpc>
                <a:spcPct val="90000"/>
              </a:lnSpc>
              <a:buFontTx/>
              <a:buNone/>
            </a:pPr>
            <a:r>
              <a:rPr lang="pt-PT" altLang="en-US" sz="2000" dirty="0">
                <a:solidFill>
                  <a:srgbClr val="FF0000"/>
                </a:solidFill>
                <a:latin typeface="Times New Roman" panose="02020603050405020304" pitchFamily="18"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a:extLst>
              <a:ext uri="{FF2B5EF4-FFF2-40B4-BE49-F238E27FC236}">
                <a16:creationId xmlns:a16="http://schemas.microsoft.com/office/drawing/2014/main" id="{29BAE5FB-601D-49B5-BFB5-AF3CB8C84D4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9459" name="Slide Number Placeholder 5">
            <a:extLst>
              <a:ext uri="{FF2B5EF4-FFF2-40B4-BE49-F238E27FC236}">
                <a16:creationId xmlns:a16="http://schemas.microsoft.com/office/drawing/2014/main" id="{ECB0CD69-4D2C-4FCF-A449-C3FB2FC931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5F4FB97-7FBD-460E-93C3-26B6DBC9D908}" type="slidenum">
              <a:rPr lang="pt-PT" altLang="en-US" sz="1400"/>
              <a:pPr>
                <a:spcBef>
                  <a:spcPct val="0"/>
                </a:spcBef>
                <a:buFontTx/>
                <a:buNone/>
              </a:pPr>
              <a:t>17</a:t>
            </a:fld>
            <a:endParaRPr lang="pt-PT" altLang="en-US" sz="1400"/>
          </a:p>
        </p:txBody>
      </p:sp>
      <p:sp>
        <p:nvSpPr>
          <p:cNvPr id="19460" name="Rectangle 2">
            <a:extLst>
              <a:ext uri="{FF2B5EF4-FFF2-40B4-BE49-F238E27FC236}">
                <a16:creationId xmlns:a16="http://schemas.microsoft.com/office/drawing/2014/main" id="{101E7D13-5F39-4DBF-836B-5072583B19DF}"/>
              </a:ext>
            </a:extLst>
          </p:cNvPr>
          <p:cNvSpPr>
            <a:spLocks noGrp="1" noChangeArrowheads="1"/>
          </p:cNvSpPr>
          <p:nvPr>
            <p:ph type="title"/>
          </p:nvPr>
        </p:nvSpPr>
        <p:spPr>
          <a:xfrm>
            <a:off x="457200" y="115888"/>
            <a:ext cx="8229600" cy="633412"/>
          </a:xfrm>
        </p:spPr>
        <p:txBody>
          <a:bodyPr/>
          <a:lstStyle/>
          <a:p>
            <a:pPr eaLnBrk="1" hangingPunct="1"/>
            <a:r>
              <a:rPr lang="pt-PT" altLang="en-US" sz="2800" dirty="0">
                <a:solidFill>
                  <a:srgbClr val="FF0000"/>
                </a:solidFill>
              </a:rPr>
              <a:t>Método </a:t>
            </a:r>
            <a:r>
              <a:rPr lang="pt-PT" altLang="en-US" sz="2800" dirty="0">
                <a:solidFill>
                  <a:srgbClr val="FF0000"/>
                </a:solidFill>
                <a:latin typeface="Times New Roman" panose="02020603050405020304" pitchFamily="18" charset="0"/>
              </a:rPr>
              <a:t>grava(Forma, String)</a:t>
            </a:r>
          </a:p>
        </p:txBody>
      </p:sp>
      <p:sp>
        <p:nvSpPr>
          <p:cNvPr id="19461" name="Rectangle 3">
            <a:extLst>
              <a:ext uri="{FF2B5EF4-FFF2-40B4-BE49-F238E27FC236}">
                <a16:creationId xmlns:a16="http://schemas.microsoft.com/office/drawing/2014/main" id="{1B604432-44A1-4B54-884F-EBE4EA1A62E9}"/>
              </a:ext>
            </a:extLst>
          </p:cNvPr>
          <p:cNvSpPr>
            <a:spLocks noGrp="1" noChangeArrowheads="1"/>
          </p:cNvSpPr>
          <p:nvPr>
            <p:ph type="body" idx="1"/>
          </p:nvPr>
        </p:nvSpPr>
        <p:spPr>
          <a:xfrm>
            <a:off x="457200" y="765175"/>
            <a:ext cx="8229600" cy="5759450"/>
          </a:xfrm>
        </p:spPr>
        <p:txBody>
          <a:bodyPr/>
          <a:lstStyle/>
          <a:p>
            <a:pPr lvl="1" eaLnBrk="1" hangingPunct="1">
              <a:buFontTx/>
              <a:buNone/>
            </a:pPr>
            <a:r>
              <a:rPr lang="pt-PT" altLang="en-US" sz="2400" dirty="0">
                <a:solidFill>
                  <a:srgbClr val="FF0000"/>
                </a:solidFill>
                <a:latin typeface="Times New Roman" panose="02020603050405020304" pitchFamily="18" charset="0"/>
              </a:rPr>
              <a:t>public static void grava(Forma a[], int size, String nome)</a:t>
            </a:r>
          </a:p>
          <a:p>
            <a:pPr lvl="1" eaLnBrk="1" hangingPunct="1">
              <a:buFontTx/>
              <a:buNone/>
            </a:pPr>
            <a:r>
              <a:rPr lang="pt-PT" altLang="en-US" sz="2400" dirty="0">
                <a:solidFill>
                  <a:srgbClr val="FF0000"/>
                </a:solidFill>
                <a:latin typeface="Times New Roman" panose="02020603050405020304" pitchFamily="18" charset="0"/>
              </a:rPr>
              <a:t>{</a:t>
            </a:r>
          </a:p>
          <a:p>
            <a:pPr lvl="2" eaLnBrk="1" hangingPunct="1">
              <a:buFontTx/>
              <a:buNone/>
            </a:pPr>
            <a:r>
              <a:rPr lang="pt-PT" altLang="en-US" sz="2000" dirty="0">
                <a:solidFill>
                  <a:srgbClr val="FF0000"/>
                </a:solidFill>
                <a:latin typeface="Times New Roman" panose="02020603050405020304" pitchFamily="18" charset="0"/>
              </a:rPr>
              <a:t>try</a:t>
            </a:r>
          </a:p>
          <a:p>
            <a:pPr lvl="2" eaLnBrk="1" hangingPunct="1">
              <a:buFontTx/>
              <a:buNone/>
            </a:pPr>
            <a:r>
              <a:rPr lang="pt-PT" altLang="en-US" sz="2000" dirty="0">
                <a:solidFill>
                  <a:srgbClr val="FF0000"/>
                </a:solidFill>
                <a:latin typeface="Times New Roman" panose="02020603050405020304" pitchFamily="18" charset="0"/>
              </a:rPr>
              <a:t>{</a:t>
            </a:r>
          </a:p>
          <a:p>
            <a:pPr lvl="2" eaLnBrk="1" hangingPunct="1">
              <a:buFontTx/>
              <a:buNone/>
            </a:pPr>
            <a:r>
              <a:rPr lang="pt-PT" altLang="en-US" sz="2000" dirty="0">
                <a:solidFill>
                  <a:srgbClr val="FF0000"/>
                </a:solidFill>
                <a:latin typeface="Times New Roman" panose="02020603050405020304" pitchFamily="18" charset="0"/>
              </a:rPr>
              <a:t>	FileOutputStream file = new FileOutputStream(nome);</a:t>
            </a:r>
          </a:p>
          <a:p>
            <a:pPr lvl="2" eaLnBrk="1" hangingPunct="1">
              <a:buFontTx/>
              <a:buNone/>
            </a:pPr>
            <a:r>
              <a:rPr lang="pt-PT" altLang="en-US" sz="2000" dirty="0">
                <a:solidFill>
                  <a:srgbClr val="FF0000"/>
                </a:solidFill>
                <a:latin typeface="Times New Roman" panose="02020603050405020304" pitchFamily="18" charset="0"/>
              </a:rPr>
              <a:t>	ObjectOutputStream out = new ObjectOutputStream(file);</a:t>
            </a:r>
          </a:p>
          <a:p>
            <a:pPr lvl="2" eaLnBrk="1" hangingPunct="1">
              <a:buFontTx/>
              <a:buNone/>
            </a:pPr>
            <a:r>
              <a:rPr lang="pt-PT" altLang="en-US" sz="2000" dirty="0">
                <a:solidFill>
                  <a:srgbClr val="FF0000"/>
                </a:solidFill>
                <a:latin typeface="Times New Roman" panose="02020603050405020304" pitchFamily="18" charset="0"/>
              </a:rPr>
              <a:t>	for(int i=0; i &lt; size; i++)</a:t>
            </a:r>
          </a:p>
          <a:p>
            <a:pPr lvl="2" eaLnBrk="1" hangingPunct="1">
              <a:buFontTx/>
              <a:buNone/>
            </a:pPr>
            <a:r>
              <a:rPr lang="pt-PT" altLang="en-US" sz="2000" dirty="0">
                <a:solidFill>
                  <a:srgbClr val="FF0000"/>
                </a:solidFill>
                <a:latin typeface="Times New Roman" panose="02020603050405020304" pitchFamily="18" charset="0"/>
              </a:rPr>
              <a:t>                out.writeObject(a[i]);</a:t>
            </a:r>
          </a:p>
          <a:p>
            <a:pPr lvl="2" eaLnBrk="1" hangingPunct="1">
              <a:buFontTx/>
              <a:buNone/>
            </a:pPr>
            <a:r>
              <a:rPr lang="pt-PT" altLang="en-US" sz="2000" dirty="0">
                <a:solidFill>
                  <a:srgbClr val="FF0000"/>
                </a:solidFill>
                <a:latin typeface="Times New Roman" panose="02020603050405020304" pitchFamily="18" charset="0"/>
              </a:rPr>
              <a:t>	out.flush();</a:t>
            </a:r>
          </a:p>
          <a:p>
            <a:pPr lvl="2" eaLnBrk="1" hangingPunct="1">
              <a:buFontTx/>
              <a:buNone/>
            </a:pPr>
            <a:r>
              <a:rPr lang="pt-PT" altLang="en-US" sz="2000" dirty="0">
                <a:solidFill>
                  <a:srgbClr val="FF0000"/>
                </a:solidFill>
                <a:latin typeface="Times New Roman" panose="02020603050405020304" pitchFamily="18" charset="0"/>
              </a:rPr>
              <a:t>	out.close();</a:t>
            </a:r>
          </a:p>
          <a:p>
            <a:pPr lvl="2" eaLnBrk="1" hangingPunct="1">
              <a:buFontTx/>
              <a:buNone/>
            </a:pPr>
            <a:r>
              <a:rPr lang="pt-PT" altLang="en-US" sz="2000" dirty="0">
                <a:solidFill>
                  <a:srgbClr val="FF0000"/>
                </a:solidFill>
                <a:latin typeface="Times New Roman" panose="02020603050405020304" pitchFamily="18" charset="0"/>
              </a:rPr>
              <a:t>}</a:t>
            </a:r>
          </a:p>
          <a:p>
            <a:pPr lvl="2" eaLnBrk="1" hangingPunct="1">
              <a:buFontTx/>
              <a:buNone/>
            </a:pPr>
            <a:r>
              <a:rPr lang="pt-PT" altLang="en-US" sz="2000" dirty="0">
                <a:solidFill>
                  <a:srgbClr val="FF0000"/>
                </a:solidFill>
                <a:latin typeface="Times New Roman" panose="02020603050405020304" pitchFamily="18" charset="0"/>
              </a:rPr>
              <a:t>catch(</a:t>
            </a:r>
            <a:r>
              <a:rPr lang="pt-PT" altLang="en-US" sz="2000" dirty="0" err="1">
                <a:solidFill>
                  <a:srgbClr val="FF0000"/>
                </a:solidFill>
                <a:latin typeface="Times New Roman" panose="02020603050405020304" pitchFamily="18" charset="0"/>
              </a:rPr>
              <a:t>FileNotFoundException</a:t>
            </a:r>
            <a:r>
              <a:rPr lang="pt-PT" altLang="en-US" sz="2000" dirty="0">
                <a:solidFill>
                  <a:srgbClr val="FF0000"/>
                </a:solidFill>
                <a:latin typeface="Times New Roman" panose="02020603050405020304" pitchFamily="18" charset="0"/>
              </a:rPr>
              <a:t> e)</a:t>
            </a:r>
          </a:p>
          <a:p>
            <a:pPr lvl="2" eaLnBrk="1" hangingPunct="1">
              <a:buFontTx/>
              <a:buNone/>
            </a:pPr>
            <a:r>
              <a:rPr lang="pt-PT" altLang="en-US" sz="2000" dirty="0">
                <a:solidFill>
                  <a:srgbClr val="FF0000"/>
                </a:solidFill>
                <a:latin typeface="Times New Roman" panose="02020603050405020304" pitchFamily="18" charset="0"/>
              </a:rPr>
              <a:t>{ System.out.println("Nome do </a:t>
            </a:r>
            <a:r>
              <a:rPr lang="pt-PT" altLang="en-US" sz="2000" dirty="0" err="1">
                <a:solidFill>
                  <a:srgbClr val="FF0000"/>
                </a:solidFill>
                <a:latin typeface="Times New Roman" panose="02020603050405020304" pitchFamily="18" charset="0"/>
              </a:rPr>
              <a:t>fx</a:t>
            </a:r>
            <a:r>
              <a:rPr lang="pt-PT" altLang="en-US" sz="2000" dirty="0">
                <a:solidFill>
                  <a:srgbClr val="FF0000"/>
                </a:solidFill>
                <a:latin typeface="Times New Roman" panose="02020603050405020304" pitchFamily="18" charset="0"/>
              </a:rPr>
              <a:t> </a:t>
            </a:r>
            <a:r>
              <a:rPr lang="pt-PT" altLang="en-US" sz="2000" dirty="0" err="1">
                <a:solidFill>
                  <a:srgbClr val="FF0000"/>
                </a:solidFill>
                <a:latin typeface="Times New Roman" panose="02020603050405020304" pitchFamily="18" charset="0"/>
              </a:rPr>
              <a:t>nao</a:t>
            </a:r>
            <a:r>
              <a:rPr lang="pt-PT" altLang="en-US" sz="2000" dirty="0">
                <a:solidFill>
                  <a:srgbClr val="FF0000"/>
                </a:solidFill>
                <a:latin typeface="Times New Roman" panose="02020603050405020304" pitchFamily="18" charset="0"/>
              </a:rPr>
              <a:t> esta </a:t>
            </a:r>
            <a:r>
              <a:rPr lang="pt-PT" altLang="en-US" sz="2000" dirty="0" err="1">
                <a:solidFill>
                  <a:srgbClr val="FF0000"/>
                </a:solidFill>
                <a:latin typeface="Times New Roman" panose="02020603050405020304" pitchFamily="18" charset="0"/>
              </a:rPr>
              <a:t>correcto</a:t>
            </a:r>
            <a:r>
              <a:rPr lang="pt-PT" altLang="en-US" sz="2000" dirty="0">
                <a:solidFill>
                  <a:srgbClr val="FF0000"/>
                </a:solidFill>
                <a:latin typeface="Times New Roman" panose="02020603050405020304" pitchFamily="18" charset="0"/>
              </a:rPr>
              <a:t>!! "); }</a:t>
            </a:r>
          </a:p>
          <a:p>
            <a:pPr lvl="2" eaLnBrk="1" hangingPunct="1">
              <a:buFontTx/>
              <a:buNone/>
            </a:pPr>
            <a:r>
              <a:rPr lang="pt-PT" altLang="en-US" sz="2000" dirty="0">
                <a:solidFill>
                  <a:srgbClr val="FF0000"/>
                </a:solidFill>
                <a:latin typeface="Times New Roman" panose="02020603050405020304" pitchFamily="18" charset="0"/>
              </a:rPr>
              <a:t>catch(IOException e)</a:t>
            </a:r>
          </a:p>
          <a:p>
            <a:pPr lvl="2" eaLnBrk="1" hangingPunct="1">
              <a:buFontTx/>
              <a:buNone/>
            </a:pPr>
            <a:r>
              <a:rPr lang="pt-PT" altLang="en-US" sz="2000" dirty="0">
                <a:solidFill>
                  <a:srgbClr val="FF0000"/>
                </a:solidFill>
                <a:latin typeface="Times New Roman" panose="02020603050405020304" pitchFamily="18" charset="0"/>
              </a:rPr>
              <a:t>{ System.out.println("Problemas de I/O ..."); }</a:t>
            </a:r>
          </a:p>
          <a:p>
            <a:pPr lvl="1" eaLnBrk="1" hangingPunct="1">
              <a:buFontTx/>
              <a:buNone/>
            </a:pPr>
            <a:r>
              <a:rPr lang="pt-PT" altLang="en-US" sz="2400" dirty="0">
                <a:solidFill>
                  <a:srgbClr val="FF0000"/>
                </a:solidFill>
                <a:latin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a:extLst>
              <a:ext uri="{FF2B5EF4-FFF2-40B4-BE49-F238E27FC236}">
                <a16:creationId xmlns:a16="http://schemas.microsoft.com/office/drawing/2014/main" id="{3A84DD95-BEAF-447C-B6F4-A68C284047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20483" name="Slide Number Placeholder 5">
            <a:extLst>
              <a:ext uri="{FF2B5EF4-FFF2-40B4-BE49-F238E27FC236}">
                <a16:creationId xmlns:a16="http://schemas.microsoft.com/office/drawing/2014/main" id="{9C4C0BEC-BE0D-45BF-ACBF-CC19F7E96C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F061351-AFD7-48E9-A450-C852EF30513C}" type="slidenum">
              <a:rPr lang="pt-PT" altLang="en-US" sz="1400"/>
              <a:pPr>
                <a:spcBef>
                  <a:spcPct val="0"/>
                </a:spcBef>
                <a:buFontTx/>
                <a:buNone/>
              </a:pPr>
              <a:t>18</a:t>
            </a:fld>
            <a:endParaRPr lang="pt-PT" altLang="en-US" sz="1400"/>
          </a:p>
        </p:txBody>
      </p:sp>
      <p:sp>
        <p:nvSpPr>
          <p:cNvPr id="20484" name="Rectangle 2">
            <a:extLst>
              <a:ext uri="{FF2B5EF4-FFF2-40B4-BE49-F238E27FC236}">
                <a16:creationId xmlns:a16="http://schemas.microsoft.com/office/drawing/2014/main" id="{EE2D1272-2734-4D1B-A78F-8D4C6B707834}"/>
              </a:ext>
            </a:extLst>
          </p:cNvPr>
          <p:cNvSpPr>
            <a:spLocks noGrp="1" noChangeArrowheads="1"/>
          </p:cNvSpPr>
          <p:nvPr>
            <p:ph type="title"/>
          </p:nvPr>
        </p:nvSpPr>
        <p:spPr/>
        <p:txBody>
          <a:bodyPr/>
          <a:lstStyle/>
          <a:p>
            <a:pPr eaLnBrk="1" hangingPunct="1"/>
            <a:r>
              <a:rPr lang="pt-PT" altLang="en-US"/>
              <a:t>Exercícios</a:t>
            </a:r>
          </a:p>
        </p:txBody>
      </p:sp>
      <p:sp>
        <p:nvSpPr>
          <p:cNvPr id="20485" name="Rectangle 3">
            <a:extLst>
              <a:ext uri="{FF2B5EF4-FFF2-40B4-BE49-F238E27FC236}">
                <a16:creationId xmlns:a16="http://schemas.microsoft.com/office/drawing/2014/main" id="{512A93D2-1F33-4640-9E99-DF891CBC7A66}"/>
              </a:ext>
            </a:extLst>
          </p:cNvPr>
          <p:cNvSpPr>
            <a:spLocks noGrp="1" noChangeArrowheads="1"/>
          </p:cNvSpPr>
          <p:nvPr>
            <p:ph type="body" idx="1"/>
          </p:nvPr>
        </p:nvSpPr>
        <p:spPr/>
        <p:txBody>
          <a:bodyPr/>
          <a:lstStyle/>
          <a:p>
            <a:pPr eaLnBrk="1" hangingPunct="1">
              <a:lnSpc>
                <a:spcPct val="90000"/>
              </a:lnSpc>
            </a:pPr>
            <a:r>
              <a:rPr lang="pt-PT" altLang="en-US" sz="2400"/>
              <a:t>Escrever um método que regista num ficheiro texto informação sobre as Estufas, nomeadamente código, área, temperaturas mínimas e máximas, e o nome do tipo de estufa.</a:t>
            </a:r>
          </a:p>
          <a:p>
            <a:pPr eaLnBrk="1" hangingPunct="1">
              <a:lnSpc>
                <a:spcPct val="90000"/>
              </a:lnSpc>
            </a:pPr>
            <a:r>
              <a:rPr lang="pt-PT" altLang="en-US" sz="2400"/>
              <a:t>Escrever métodos para escrita e leitura da informação do estado das estufas. Ou seja, que garante que a informação do programa GereEstufas se preserva.</a:t>
            </a:r>
          </a:p>
          <a:p>
            <a:pPr eaLnBrk="1" hangingPunct="1">
              <a:lnSpc>
                <a:spcPct val="90000"/>
              </a:lnSpc>
            </a:pPr>
            <a:r>
              <a:rPr lang="pt-PT" altLang="en-US" sz="2400"/>
              <a:t>Introduzir no código dos métodos das classes tratamento de excepções. Nomeadamente no código respeitante à escrita/leitura das Streams, inserção de novas estufas,  validação do valor da temperatura no método emRisco(int), etc.</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11591</TotalTime>
  <Words>2001</Words>
  <Application>Microsoft Office PowerPoint</Application>
  <PresentationFormat>Apresentação no Ecrã (4:3)</PresentationFormat>
  <Paragraphs>277</Paragraphs>
  <Slides>18</Slides>
  <Notes>0</Notes>
  <HiddenSlides>0</HiddenSlides>
  <MMClips>0</MMClips>
  <ScaleCrop>false</ScaleCrop>
  <HeadingPairs>
    <vt:vector size="6" baseType="variant">
      <vt:variant>
        <vt:lpstr>Tipos de letra usados</vt:lpstr>
      </vt:variant>
      <vt:variant>
        <vt:i4>2</vt:i4>
      </vt:variant>
      <vt:variant>
        <vt:lpstr>Tema</vt:lpstr>
      </vt:variant>
      <vt:variant>
        <vt:i4>1</vt:i4>
      </vt:variant>
      <vt:variant>
        <vt:lpstr>Títulos dos diapositivos</vt:lpstr>
      </vt:variant>
      <vt:variant>
        <vt:i4>18</vt:i4>
      </vt:variant>
    </vt:vector>
  </HeadingPairs>
  <TitlesOfParts>
    <vt:vector size="21" baseType="lpstr">
      <vt:lpstr>Arial</vt:lpstr>
      <vt:lpstr>Times New Roman</vt:lpstr>
      <vt:lpstr>Default Design</vt:lpstr>
      <vt:lpstr>Programação Orientada aos Objetos (Licenciatura em Engenharia de Telecomunicações &amp; Informática)  2º Ano, 1º Semestre</vt:lpstr>
      <vt:lpstr>Excepções</vt:lpstr>
      <vt:lpstr>Excepções (cont)</vt:lpstr>
      <vt:lpstr>Excepções (exemplo)</vt:lpstr>
      <vt:lpstr>Definição de blocos de vigilância de excepções</vt:lpstr>
      <vt:lpstr>Exemplo try/catch</vt:lpstr>
      <vt:lpstr>Lançamento de excepções e definição de métodos</vt:lpstr>
      <vt:lpstr>Excepções representativas de violações semânticas</vt:lpstr>
      <vt:lpstr>Classes representativas de Excepção</vt:lpstr>
      <vt:lpstr>Streams</vt:lpstr>
      <vt:lpstr>Classes Não Stream</vt:lpstr>
      <vt:lpstr>Classes Stream</vt:lpstr>
      <vt:lpstr>Classe PrintWriter para ficheiros texto</vt:lpstr>
      <vt:lpstr>ObjectStreams</vt:lpstr>
      <vt:lpstr>Apresentação do PowerPoint</vt:lpstr>
      <vt:lpstr>Método ler(String, Forma[])</vt:lpstr>
      <vt:lpstr>Método grava(Forma, String)</vt:lpstr>
      <vt:lpstr>Exercícios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Métodos de Programação II (Mestrado Integrado em Engenharia de Comunicações)</dc:title>
  <dc:creator>pja</dc:creator>
  <cp:lastModifiedBy>Luís Pedro Cerqueira Baptista</cp:lastModifiedBy>
  <cp:revision>846</cp:revision>
  <dcterms:created xsi:type="dcterms:W3CDTF">2008-02-28T16:13:14Z</dcterms:created>
  <dcterms:modified xsi:type="dcterms:W3CDTF">2025-07-19T21:24:27Z</dcterms:modified>
</cp:coreProperties>
</file>