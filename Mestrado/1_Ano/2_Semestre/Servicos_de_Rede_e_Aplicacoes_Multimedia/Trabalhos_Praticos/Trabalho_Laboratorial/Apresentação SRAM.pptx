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0_8F875A74.xml" ContentType="application/vnd.ms-powerpoint.comments+xml"/>
  <Override PartName="/ppt/notesSlides/notesSlide2.xml" ContentType="application/vnd.openxmlformats-officedocument.presentationml.notesSlide+xml"/>
  <Override PartName="/ppt/comments/modernComment_101_1377AD75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3293C52-8BEA-1726-83E1-49AF8286974A}" name="Luís Baptista" initials="LB" userId="20fcfdb117550c59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71129"/>
    <a:srgbClr val="C90303"/>
    <a:srgbClr val="EE4848"/>
    <a:srgbClr val="FF9B9B"/>
    <a:srgbClr val="C76C1A"/>
    <a:srgbClr val="FFFFFF"/>
    <a:srgbClr val="FF5050"/>
    <a:srgbClr val="FF0066"/>
    <a:srgbClr val="CCCC00"/>
    <a:srgbClr val="E74C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Sem Estilo, Tabela com Grelh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Estilo Claro 2 - Destaqu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Estilo Médio 2 - Destaqu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Estilo Médio 1 - Destaqu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8D230F3-CF80-4859-8CE7-A43EE81993B5}" styleName="Estilo Claro 1 - Destaqu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Estilo Claro 2 - Destaqu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Estilo Claro 2 - Destaqu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59" autoAdjust="0"/>
    <p:restoredTop sz="94660"/>
  </p:normalViewPr>
  <p:slideViewPr>
    <p:cSldViewPr snapToGrid="0">
      <p:cViewPr varScale="1">
        <p:scale>
          <a:sx n="78" d="100"/>
          <a:sy n="78" d="100"/>
        </p:scale>
        <p:origin x="112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omments/modernComment_100_8F875A7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D9F5E3B-400F-4E54-9E04-B426A15FDEFA}" authorId="{13293C52-8BEA-1726-83E1-49AF8286974A}" created="2025-11-08T19:42:08.679">
    <pc:sldMkLst xmlns:pc="http://schemas.microsoft.com/office/powerpoint/2013/main/command">
      <pc:docMk/>
      <pc:sldMk cId="2408012404" sldId="256"/>
    </pc:sldMkLst>
    <p188:txBody>
      <a:bodyPr/>
      <a:lstStyle/>
      <a:p>
        <a:endParaRPr lang="pt-PT"/>
      </a:p>
    </p188:txBody>
  </p188:cm>
</p188:cmLst>
</file>

<file path=ppt/comments/modernComment_101_1377AD7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BB551B4-4744-4F2E-96D1-0AAA3EA25891}" authorId="{13293C52-8BEA-1726-83E1-49AF8286974A}" created="2025-11-08T19:42:28.163">
    <pc:sldMkLst xmlns:pc="http://schemas.microsoft.com/office/powerpoint/2013/main/command">
      <pc:docMk/>
      <pc:sldMk cId="326610293" sldId="257"/>
    </pc:sldMkLst>
    <p188:txBody>
      <a:bodyPr/>
      <a:lstStyle/>
      <a:p>
        <a:endParaRPr lang="pt-PT"/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948F21-65F0-4585-B74D-4DE7C21418C9}" type="datetimeFigureOut">
              <a:rPr lang="pt-PT" smtClean="0"/>
              <a:t>07/04/2026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692395-64DF-44BB-9800-A7E320F7CEC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44369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Boa tarde, o meu projeto foca-se na análise de dados de sensores wearables de enfermeiras para prever indicadores de stress. </a:t>
            </a:r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92395-64DF-44BB-9800-A7E320F7CEC0}" type="slidenum">
              <a:rPr lang="pt-PT" smtClean="0"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99744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dataset escolhido foi o 'Continuous Stress Monitoring of Hospital Nurses', com 11.5 milhões de registos. Como podem ver na Figura 1, a análise exploratória foi o passo mais importante. Descobri que a coluna label (o alvo de stress) não era constante, mas sim categórica, com três valores: 0, 1 e 2. Isto validou a tarefa principal de Classificação.</a:t>
            </a:r>
            <a:br>
              <a:rPr lang="pt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dataset era rico, permitindo-me definir três abordagens de análise distintas:</a:t>
            </a:r>
            <a:br>
              <a:rPr lang="pt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Classificação: Prever o label (stress).</a:t>
            </a:r>
            <a:br>
              <a:rPr lang="pt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Regressão: Prever os sinais fisiológicos HR (Ritmo Cardíaco) e EDA (Stress da Pele).</a:t>
            </a:r>
            <a:br>
              <a:rPr lang="pt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Clustering: Tentar descobrir grupos naturais nos dados.</a:t>
            </a:r>
          </a:p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92395-64DF-44BB-9800-A7E320F7CEC0}" type="slidenum">
              <a:rPr lang="pt-PT" smtClean="0"/>
              <a:t>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85272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43A426-EB14-6EA3-7688-BA921C0B48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5E906EC-E92A-9048-FAED-F688C27D6E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8203ABB-48D3-C3DB-C19D-37F14C0BB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5723F-1371-495A-8067-455C650E7737}" type="datetimeFigureOut">
              <a:rPr lang="pt-PT" smtClean="0"/>
              <a:t>07/04/2026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89765AA9-07E5-01BD-68DA-34458946D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1F7FF1DD-C60F-7336-AF73-8945E173E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61207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116C23-C136-B5B5-7774-3E6C3E796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8E9695F5-3D2B-FDAE-8A9C-A54D2AF3E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73891B5-E793-740A-78A5-AB71876B6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5723F-1371-495A-8067-455C650E7737}" type="datetimeFigureOut">
              <a:rPr lang="pt-PT" smtClean="0"/>
              <a:t>07/04/2026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2671BEB2-1E33-9A5D-AAC0-2DB715D66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6064D3C-2A85-36BB-ABA2-4EBC4DCBE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01770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29302B-7CD2-535E-5106-4DAB5395F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78443AF8-F08F-47EA-3198-5BBE003B1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4A4D3115-CE5D-B258-DD7E-5D80B5C1D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5723F-1371-495A-8067-455C650E7737}" type="datetimeFigureOut">
              <a:rPr lang="pt-PT" smtClean="0"/>
              <a:t>07/04/2026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29D5962D-C5EC-28EF-5280-0B85D4D3B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BF849AB-0813-D2AE-5CD4-BEFBEBC5D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12047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32CF37-326F-7898-A797-0BBBA880E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EAC49BDA-C55A-9190-A5AA-9995A59A2D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AD717AFD-8606-2592-7709-88C34E82AB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E67C0DDA-90A3-AF6B-520C-C0A571D08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5723F-1371-495A-8067-455C650E7737}" type="datetimeFigureOut">
              <a:rPr lang="pt-PT" smtClean="0"/>
              <a:t>07/04/2026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21539A36-6D61-6517-9DAC-EE8229795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CA040648-02C2-1C5D-B099-C99BBBCE1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70921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CE1835-37D8-845D-69A0-DFF07C833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9915BD69-5B39-EAE2-81C0-5A8CAB3F2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0A93EE65-4B62-ABB3-F478-EAA329EDFE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5462E51B-EAF6-6358-0E4E-C2EC89626F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12C99265-C348-7C28-8E0A-D5534D0E05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6F9B286A-7994-D80A-8D6D-31DAF8102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5723F-1371-495A-8067-455C650E7737}" type="datetimeFigureOut">
              <a:rPr lang="pt-PT" smtClean="0"/>
              <a:t>07/04/2026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1798D077-05FA-A9AA-C14F-AB5F258D3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76346275-2183-4A11-0072-D9D30AD5B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63049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69CB57-EAC3-436A-3527-CF6182860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6B19BA0B-E51E-5B95-F4E6-CEC39BBC2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5723F-1371-495A-8067-455C650E7737}" type="datetimeFigureOut">
              <a:rPr lang="pt-PT" smtClean="0"/>
              <a:t>07/04/2026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6F2332B4-AA05-E19A-A82F-CC1B1D86B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EFEBC615-1198-B718-2D81-15D1EA25D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38555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80CDEBAE-5A03-FD2B-A0C2-DDDC80391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5723F-1371-495A-8067-455C650E7737}" type="datetimeFigureOut">
              <a:rPr lang="pt-PT" smtClean="0"/>
              <a:t>07/04/2026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A61C3EB4-7DEC-DD66-178C-4D0F63B51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ACC6B211-13AE-AA62-D0E4-D5711371C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15372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543945-1FD5-A4DB-49FB-00B0E5611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50126BC1-1258-6703-3CAF-6BB31B898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367633CC-32FB-6E22-A87F-D9186C84B9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7ADC7D05-48F1-4687-69E5-2F500C52C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5723F-1371-495A-8067-455C650E7737}" type="datetimeFigureOut">
              <a:rPr lang="pt-PT" smtClean="0"/>
              <a:t>07/04/2026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B4191F82-0C87-F6C7-07D8-7BFBDCBF9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2B5A17E8-D233-42BB-3150-84D1E1306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42874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2E20C2-0C16-C7FB-FD1B-CE44B6C3A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43F40AA0-CF00-D5EA-01FF-2262C2F701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B64765C3-AF85-2EC0-7954-D1BA7BD70D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3A27A198-1198-5144-6497-DE8C65FA6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5723F-1371-495A-8067-455C650E7737}" type="datetimeFigureOut">
              <a:rPr lang="pt-PT" smtClean="0"/>
              <a:t>07/04/2026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2B482D34-66C1-0483-6414-EACEACE00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12999395-18DA-44DF-9F1A-F65B9005F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80299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289D02-98A5-8B51-B4E8-39E8FFEF5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6F21A530-2C54-A6DF-E0A7-0740B3CE2A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3A5EFEC-2042-2AD6-9D18-3BBB1FA53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5723F-1371-495A-8067-455C650E7737}" type="datetimeFigureOut">
              <a:rPr lang="pt-PT" smtClean="0"/>
              <a:t>07/04/2026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A798AE4-26DD-59E1-2986-D0327EBB8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B485632F-85B4-C1C9-D4A7-2B17FCD9D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4730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E0B6E04-F964-2B0B-92CA-15DF75294D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3B2580C6-CD06-88DF-DDD0-6985C46BCD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B5C20B1-E35F-108A-65CF-40AE6ED20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5723F-1371-495A-8067-455C650E7737}" type="datetimeFigureOut">
              <a:rPr lang="pt-PT" smtClean="0"/>
              <a:t>07/04/2026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EC2E39D8-F14C-2E18-E736-5FDDC0D68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CB7E06D-55C5-DB45-AF8D-C2EC47059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03954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9CB08DA5-8E45-4525-2EDC-2D7988C88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02364359-8D46-32A9-763C-EDF2DAC2D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A625105-ACCC-77C3-31CC-A141431FAE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C5723F-1371-495A-8067-455C650E7737}" type="datetimeFigureOut">
              <a:rPr lang="pt-PT" smtClean="0"/>
              <a:t>07/04/2026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9F5C4E16-D623-6FFA-6063-25668684E5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0034D9DF-C769-CC10-A98F-38A9322B7C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58861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0_8F875A7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1_1377AD7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61EE61-2F39-8481-E437-94DEEE01CC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4908" y="1422998"/>
            <a:ext cx="9353323" cy="566378"/>
          </a:xfrm>
        </p:spPr>
        <p:txBody>
          <a:bodyPr>
            <a:normAutofit fontScale="90000"/>
          </a:bodyPr>
          <a:lstStyle/>
          <a:p>
            <a:r>
              <a:rPr lang="pt-PT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Atividade: Desafio de Codificação Contextual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AAED611-176D-0120-C3B8-4A72293630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51425" y="3794016"/>
            <a:ext cx="9002139" cy="3379049"/>
          </a:xfrm>
        </p:spPr>
        <p:txBody>
          <a:bodyPr>
            <a:normAutofit/>
          </a:bodyPr>
          <a:lstStyle/>
          <a:p>
            <a:pPr algn="l">
              <a:lnSpc>
                <a:spcPct val="170000"/>
              </a:lnSpc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Grupo 3: </a:t>
            </a:r>
            <a:b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Luis Baptista PG61434</a:t>
            </a:r>
          </a:p>
          <a:p>
            <a:pPr algn="l">
              <a:lnSpc>
                <a:spcPct val="170000"/>
              </a:lnSpc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Bernardo Salgado PG59972</a:t>
            </a:r>
          </a:p>
          <a:p>
            <a:pPr algn="l">
              <a:lnSpc>
                <a:spcPct val="170000"/>
              </a:lnSpc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Thiago Motta PG59980 </a:t>
            </a:r>
          </a:p>
          <a:p>
            <a:pPr>
              <a:lnSpc>
                <a:spcPct val="150000"/>
              </a:lnSpc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2025/26</a:t>
            </a:r>
          </a:p>
        </p:txBody>
      </p:sp>
      <p:pic>
        <p:nvPicPr>
          <p:cNvPr id="4" name="Image1" descr="Uma imagem com Gráficos, símbolo, design gráfico, logótipo&#10;&#10;Descrição gerada automaticamente">
            <a:extLst>
              <a:ext uri="{FF2B5EF4-FFF2-40B4-BE49-F238E27FC236}">
                <a16:creationId xmlns:a16="http://schemas.microsoft.com/office/drawing/2014/main" id="{B8A7FF0E-B58B-DFA0-1C3D-2D836C868407}"/>
              </a:ext>
            </a:extLst>
          </p:cNvPr>
          <p:cNvPicPr/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360948" y="226595"/>
            <a:ext cx="1515979" cy="739940"/>
          </a:xfrm>
          <a:prstGeom prst="rect">
            <a:avLst/>
          </a:prstGeom>
          <a:noFill/>
          <a:ln>
            <a:noFill/>
            <a:prstDash/>
          </a:ln>
        </p:spPr>
      </p:pic>
      <p:cxnSp>
        <p:nvCxnSpPr>
          <p:cNvPr id="7" name="Conexão reta 6">
            <a:extLst>
              <a:ext uri="{FF2B5EF4-FFF2-40B4-BE49-F238E27FC236}">
                <a16:creationId xmlns:a16="http://schemas.microsoft.com/office/drawing/2014/main" id="{AB5E098C-9123-BBDD-C5EF-C78CFB5B9E8E}"/>
              </a:ext>
            </a:extLst>
          </p:cNvPr>
          <p:cNvCxnSpPr>
            <a:cxnSpLocks/>
          </p:cNvCxnSpPr>
          <p:nvPr/>
        </p:nvCxnSpPr>
        <p:spPr>
          <a:xfrm flipV="1">
            <a:off x="1845507" y="3274785"/>
            <a:ext cx="10346493" cy="1562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A654EECC-81D5-163B-6B3B-B7125AF28A05}"/>
              </a:ext>
            </a:extLst>
          </p:cNvPr>
          <p:cNvSpPr txBox="1"/>
          <p:nvPr/>
        </p:nvSpPr>
        <p:spPr>
          <a:xfrm>
            <a:off x="2117169" y="2326910"/>
            <a:ext cx="944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SRAM – Serviços de Rede e Aplicações Multimédia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4E91423-771B-2FCB-8DB7-B03D30A94C92}"/>
              </a:ext>
            </a:extLst>
          </p:cNvPr>
          <p:cNvSpPr txBox="1"/>
          <p:nvPr/>
        </p:nvSpPr>
        <p:spPr>
          <a:xfrm>
            <a:off x="3520346" y="3238429"/>
            <a:ext cx="93391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Mestrado Em Engenharia De Telecomunicações E Informática</a:t>
            </a:r>
          </a:p>
          <a:p>
            <a:endParaRPr lang="pt-PT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AB4E474-DD53-922F-E9AF-695DE9109DF7}"/>
              </a:ext>
            </a:extLst>
          </p:cNvPr>
          <p:cNvSpPr txBox="1"/>
          <p:nvPr/>
        </p:nvSpPr>
        <p:spPr>
          <a:xfrm>
            <a:off x="289154" y="1024101"/>
            <a:ext cx="42110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Universidade do Minho</a:t>
            </a:r>
          </a:p>
          <a:p>
            <a:r>
              <a:rPr lang="pt-P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Escola de Engenharia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65310C6-A67B-06C6-5953-D3CE308D62E2}"/>
              </a:ext>
            </a:extLst>
          </p:cNvPr>
          <p:cNvSpPr/>
          <p:nvPr/>
        </p:nvSpPr>
        <p:spPr>
          <a:xfrm>
            <a:off x="360948" y="1558978"/>
            <a:ext cx="741560" cy="5306442"/>
          </a:xfrm>
          <a:prstGeom prst="rect">
            <a:avLst/>
          </a:prstGeom>
          <a:solidFill>
            <a:srgbClr val="8711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A8786C4-3D82-08D6-047B-BDD2C4E85192}"/>
              </a:ext>
            </a:extLst>
          </p:cNvPr>
          <p:cNvSpPr/>
          <p:nvPr/>
        </p:nvSpPr>
        <p:spPr>
          <a:xfrm>
            <a:off x="1103947" y="1558978"/>
            <a:ext cx="741560" cy="5306442"/>
          </a:xfrm>
          <a:prstGeom prst="rect">
            <a:avLst/>
          </a:prstGeom>
          <a:solidFill>
            <a:srgbClr val="C76C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080124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" descr="Uma imagem com Gráficos, símbolo, design gráfico, logótipo&#10;&#10;Descrição gerada automaticamente">
            <a:extLst>
              <a:ext uri="{FF2B5EF4-FFF2-40B4-BE49-F238E27FC236}">
                <a16:creationId xmlns:a16="http://schemas.microsoft.com/office/drawing/2014/main" id="{65143B22-344B-AC0D-6984-70B7376D4676}"/>
              </a:ext>
            </a:extLst>
          </p:cNvPr>
          <p:cNvPicPr/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360948" y="226595"/>
            <a:ext cx="1515979" cy="739940"/>
          </a:xfrm>
          <a:prstGeom prst="rect">
            <a:avLst/>
          </a:prstGeom>
          <a:noFill/>
          <a:ln>
            <a:noFill/>
            <a:prstDash/>
          </a:ln>
        </p:spPr>
      </p:pic>
      <p:cxnSp>
        <p:nvCxnSpPr>
          <p:cNvPr id="5" name="Conexão reta 4">
            <a:extLst>
              <a:ext uri="{FF2B5EF4-FFF2-40B4-BE49-F238E27FC236}">
                <a16:creationId xmlns:a16="http://schemas.microsoft.com/office/drawing/2014/main" id="{DFB57B3F-B865-2E59-CBC8-F759D8271DD1}"/>
              </a:ext>
            </a:extLst>
          </p:cNvPr>
          <p:cNvCxnSpPr/>
          <p:nvPr/>
        </p:nvCxnSpPr>
        <p:spPr>
          <a:xfrm>
            <a:off x="-1" y="1171074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B949F51-05E1-A57C-D2FD-555C45FB9E42}"/>
              </a:ext>
            </a:extLst>
          </p:cNvPr>
          <p:cNvSpPr txBox="1"/>
          <p:nvPr/>
        </p:nvSpPr>
        <p:spPr>
          <a:xfrm>
            <a:off x="192505" y="1366684"/>
            <a:ext cx="11790948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Resultados da Codificação</a:t>
            </a:r>
            <a:endParaRPr lang="pt-PT" sz="3200" b="1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CF77160-4A56-33A7-2ADB-791841605D5F}"/>
              </a:ext>
            </a:extLst>
          </p:cNvPr>
          <p:cNvSpPr txBox="1"/>
          <p:nvPr/>
        </p:nvSpPr>
        <p:spPr>
          <a:xfrm>
            <a:off x="360948" y="2712397"/>
            <a:ext cx="11083800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AB8A3B0C-87E6-26AE-0C44-3729E0D769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3187884"/>
              </p:ext>
            </p:extLst>
          </p:nvPr>
        </p:nvGraphicFramePr>
        <p:xfrm>
          <a:off x="965372" y="2623456"/>
          <a:ext cx="10245214" cy="326606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06909">
                  <a:extLst>
                    <a:ext uri="{9D8B030D-6E8A-4147-A177-3AD203B41FA5}">
                      <a16:colId xmlns:a16="http://schemas.microsoft.com/office/drawing/2014/main" val="887955953"/>
                    </a:ext>
                  </a:extLst>
                </a:gridCol>
                <a:gridCol w="1706909">
                  <a:extLst>
                    <a:ext uri="{9D8B030D-6E8A-4147-A177-3AD203B41FA5}">
                      <a16:colId xmlns:a16="http://schemas.microsoft.com/office/drawing/2014/main" val="2511870510"/>
                    </a:ext>
                  </a:extLst>
                </a:gridCol>
                <a:gridCol w="1707849">
                  <a:extLst>
                    <a:ext uri="{9D8B030D-6E8A-4147-A177-3AD203B41FA5}">
                      <a16:colId xmlns:a16="http://schemas.microsoft.com/office/drawing/2014/main" val="1735120625"/>
                    </a:ext>
                  </a:extLst>
                </a:gridCol>
                <a:gridCol w="1707849">
                  <a:extLst>
                    <a:ext uri="{9D8B030D-6E8A-4147-A177-3AD203B41FA5}">
                      <a16:colId xmlns:a16="http://schemas.microsoft.com/office/drawing/2014/main" val="3393809973"/>
                    </a:ext>
                  </a:extLst>
                </a:gridCol>
                <a:gridCol w="1707849">
                  <a:extLst>
                    <a:ext uri="{9D8B030D-6E8A-4147-A177-3AD203B41FA5}">
                      <a16:colId xmlns:a16="http://schemas.microsoft.com/office/drawing/2014/main" val="129428126"/>
                    </a:ext>
                  </a:extLst>
                </a:gridCol>
                <a:gridCol w="1707849">
                  <a:extLst>
                    <a:ext uri="{9D8B030D-6E8A-4147-A177-3AD203B41FA5}">
                      <a16:colId xmlns:a16="http://schemas.microsoft.com/office/drawing/2014/main" val="1127255613"/>
                    </a:ext>
                  </a:extLst>
                </a:gridCol>
              </a:tblGrid>
              <a:tr h="110588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Codec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Tipo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Tamanho Orig. (MB)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Tamanho Comp. (MB)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Taxa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Qualidade (1-5)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1630158"/>
                  </a:ext>
                </a:extLst>
              </a:tr>
              <a:tr h="3686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FLAC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Lossless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27.89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1.45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19.26:1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5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7692077"/>
                  </a:ext>
                </a:extLst>
              </a:tr>
              <a:tr h="3686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PNG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Lossless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2.55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0.56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4.54:1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5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14658988"/>
                  </a:ext>
                </a:extLst>
              </a:tr>
              <a:tr h="3686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MP3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Lossy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11.62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1.45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8.02:1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4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4027018"/>
                  </a:ext>
                </a:extLst>
              </a:tr>
              <a:tr h="3514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JPEG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Lossy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0.32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0.09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3.49:1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5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25037850"/>
                  </a:ext>
                </a:extLst>
              </a:tr>
              <a:tr h="3514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PNG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Lossless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2.55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0.009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290:1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5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97369540"/>
                  </a:ext>
                </a:extLst>
              </a:tr>
              <a:tr h="3514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JPEG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Lossy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0.32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0.008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41:1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 dirty="0">
                          <a:effectLst/>
                        </a:rPr>
                        <a:t>2</a:t>
                      </a:r>
                      <a:endParaRPr lang="pt-PT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588461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6102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747778-5A5D-27B1-DF4E-99C68E715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205"/>
            <a:ext cx="10515600" cy="819098"/>
          </a:xfrm>
        </p:spPr>
        <p:txBody>
          <a:bodyPr/>
          <a:lstStyle/>
          <a:p>
            <a:pPr algn="ctr"/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Análise Crítica dos Resultados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F5D7D9B-5436-BCC3-220B-C6EB4475BF99}"/>
              </a:ext>
            </a:extLst>
          </p:cNvPr>
          <p:cNvSpPr txBox="1"/>
          <p:nvPr/>
        </p:nvSpPr>
        <p:spPr>
          <a:xfrm>
            <a:off x="404734" y="1424066"/>
            <a:ext cx="10949066" cy="4613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Ligação aos slides: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codecs lossy alcançam taxas de compressão superiores ao descartarem dados com base na redundância psico-acústica e visual humana (ex.: masking), enquanto os lossless exploram padrões lógicos sem perda de informação.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Contexto prático: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FLAC e PNG destinam-se a armazenamento local onde a integridade da fonte é crítica. MP3 e JPEG são otimizados para transmissão em redes com limitações de largura de banda.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Limitações: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principal compromisso é que taxas de compressão elevadas em formatos lossy introduzem anomalias percetíveis, enquanto os formatos lossless garantem qualidade total à custa de menor eficiência de compressão 3.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Conclusão: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seleção de um codec multimédia exige sempre o alinhamento entre o contexto de utilização e o compromisso técnico entre a eficiência de codificação (armazenamento/transmissão) e a preservação da qualidade.</a:t>
            </a:r>
          </a:p>
        </p:txBody>
      </p:sp>
    </p:spTree>
    <p:extLst>
      <p:ext uri="{BB962C8B-B14F-4D97-AF65-F5344CB8AC3E}">
        <p14:creationId xmlns:p14="http://schemas.microsoft.com/office/powerpoint/2010/main" val="11413611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943</TotalTime>
  <Words>398</Words>
  <Application>Microsoft Office PowerPoint</Application>
  <PresentationFormat>Ecrã Panorâmico</PresentationFormat>
  <Paragraphs>66</Paragraphs>
  <Slides>3</Slides>
  <Notes>2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Tahoma</vt:lpstr>
      <vt:lpstr>Times New Roman</vt:lpstr>
      <vt:lpstr>Tema do Office</vt:lpstr>
      <vt:lpstr>Atividade: Desafio de Codificação Contextual</vt:lpstr>
      <vt:lpstr>Apresentação do PowerPoint</vt:lpstr>
      <vt:lpstr>Análise Crítica dos Resultados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Luís Baptista</dc:creator>
  <cp:lastModifiedBy>Luís Baptista</cp:lastModifiedBy>
  <cp:revision>289</cp:revision>
  <dcterms:created xsi:type="dcterms:W3CDTF">2025-11-08T19:02:28Z</dcterms:created>
  <dcterms:modified xsi:type="dcterms:W3CDTF">2026-04-07T14:57:54Z</dcterms:modified>
</cp:coreProperties>
</file>